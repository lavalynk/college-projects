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6" r:id="rId5"/>
    <p:sldId id="267" r:id="rId6"/>
    <p:sldId id="268" r:id="rId7"/>
    <p:sldId id="260" r:id="rId8"/>
    <p:sldId id="261" r:id="rId9"/>
    <p:sldId id="262" r:id="rId10"/>
    <p:sldId id="263" r:id="rId11"/>
    <p:sldId id="264" r:id="rId12"/>
    <p:sldId id="269" r:id="rId13"/>
    <p:sldId id="271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55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ith Brock" userId="9bafbd6f39e366ef" providerId="LiveId" clId="{3EAC4503-8A3B-4E05-B828-32659B3254C1}"/>
    <pc:docChg chg="undo custSel addSld delSld modSld sldOrd">
      <pc:chgData name="Keith Brock" userId="9bafbd6f39e366ef" providerId="LiveId" clId="{3EAC4503-8A3B-4E05-B828-32659B3254C1}" dt="2024-05-31T08:50:27.966" v="5885" actId="403"/>
      <pc:docMkLst>
        <pc:docMk/>
      </pc:docMkLst>
      <pc:sldChg chg="delSp modSp mod">
        <pc:chgData name="Keith Brock" userId="9bafbd6f39e366ef" providerId="LiveId" clId="{3EAC4503-8A3B-4E05-B828-32659B3254C1}" dt="2024-05-22T00:46:41.727" v="550" actId="20577"/>
        <pc:sldMkLst>
          <pc:docMk/>
          <pc:sldMk cId="3169197704" sldId="256"/>
        </pc:sldMkLst>
        <pc:spChg chg="mod">
          <ac:chgData name="Keith Brock" userId="9bafbd6f39e366ef" providerId="LiveId" clId="{3EAC4503-8A3B-4E05-B828-32659B3254C1}" dt="2024-05-22T00:46:41.727" v="550" actId="20577"/>
          <ac:spMkLst>
            <pc:docMk/>
            <pc:sldMk cId="3169197704" sldId="256"/>
            <ac:spMk id="3" creationId="{7072D092-A589-C599-966C-8D8ED951AF77}"/>
          </ac:spMkLst>
        </pc:spChg>
        <pc:spChg chg="del">
          <ac:chgData name="Keith Brock" userId="9bafbd6f39e366ef" providerId="LiveId" clId="{3EAC4503-8A3B-4E05-B828-32659B3254C1}" dt="2024-05-22T00:46:35.237" v="539" actId="478"/>
          <ac:spMkLst>
            <pc:docMk/>
            <pc:sldMk cId="3169197704" sldId="256"/>
            <ac:spMk id="4" creationId="{07F800F3-9067-6396-C70D-6C32F7DA09AF}"/>
          </ac:spMkLst>
        </pc:spChg>
      </pc:sldChg>
      <pc:sldChg chg="addSp delSp modSp new mod">
        <pc:chgData name="Keith Brock" userId="9bafbd6f39e366ef" providerId="LiveId" clId="{3EAC4503-8A3B-4E05-B828-32659B3254C1}" dt="2024-05-22T00:44:22.904" v="503" actId="403"/>
        <pc:sldMkLst>
          <pc:docMk/>
          <pc:sldMk cId="3224696441" sldId="257"/>
        </pc:sldMkLst>
        <pc:spChg chg="mod">
          <ac:chgData name="Keith Brock" userId="9bafbd6f39e366ef" providerId="LiveId" clId="{3EAC4503-8A3B-4E05-B828-32659B3254C1}" dt="2024-05-22T00:23:11.276" v="21" actId="122"/>
          <ac:spMkLst>
            <pc:docMk/>
            <pc:sldMk cId="3224696441" sldId="257"/>
            <ac:spMk id="2" creationId="{12000659-ABDA-A03C-E193-A67172696A9D}"/>
          </ac:spMkLst>
        </pc:spChg>
        <pc:spChg chg="mod">
          <ac:chgData name="Keith Brock" userId="9bafbd6f39e366ef" providerId="LiveId" clId="{3EAC4503-8A3B-4E05-B828-32659B3254C1}" dt="2024-05-22T00:44:22.904" v="503" actId="403"/>
          <ac:spMkLst>
            <pc:docMk/>
            <pc:sldMk cId="3224696441" sldId="257"/>
            <ac:spMk id="3" creationId="{13FFA144-62D7-C0BC-C632-A37BB5198C59}"/>
          </ac:spMkLst>
        </pc:spChg>
        <pc:spChg chg="add del">
          <ac:chgData name="Keith Brock" userId="9bafbd6f39e366ef" providerId="LiveId" clId="{3EAC4503-8A3B-4E05-B828-32659B3254C1}" dt="2024-05-22T00:30:08.393" v="68" actId="1957"/>
          <ac:spMkLst>
            <pc:docMk/>
            <pc:sldMk cId="3224696441" sldId="257"/>
            <ac:spMk id="4" creationId="{3414AE16-8BED-3E38-B707-D78235370332}"/>
          </ac:spMkLst>
        </pc:spChg>
        <pc:spChg chg="add del mod">
          <ac:chgData name="Keith Brock" userId="9bafbd6f39e366ef" providerId="LiveId" clId="{3EAC4503-8A3B-4E05-B828-32659B3254C1}" dt="2024-05-22T00:31:33.456" v="97" actId="1957"/>
          <ac:spMkLst>
            <pc:docMk/>
            <pc:sldMk cId="3224696441" sldId="257"/>
            <ac:spMk id="13" creationId="{E26A3520-BFA8-C023-5F7D-D1C5010C8E4D}"/>
          </ac:spMkLst>
        </pc:spChg>
        <pc:spChg chg="add del mod">
          <ac:chgData name="Keith Brock" userId="9bafbd6f39e366ef" providerId="LiveId" clId="{3EAC4503-8A3B-4E05-B828-32659B3254C1}" dt="2024-05-22T00:35:47.166" v="203" actId="478"/>
          <ac:spMkLst>
            <pc:docMk/>
            <pc:sldMk cId="3224696441" sldId="257"/>
            <ac:spMk id="17" creationId="{42507353-EF00-4471-C372-604AA7183DED}"/>
          </ac:spMkLst>
        </pc:spChg>
        <pc:spChg chg="add mod">
          <ac:chgData name="Keith Brock" userId="9bafbd6f39e366ef" providerId="LiveId" clId="{3EAC4503-8A3B-4E05-B828-32659B3254C1}" dt="2024-05-22T00:36:47.036" v="221" actId="1076"/>
          <ac:spMkLst>
            <pc:docMk/>
            <pc:sldMk cId="3224696441" sldId="257"/>
            <ac:spMk id="18" creationId="{965BF1E1-5738-2EC2-93DD-AEDC2D741C8D}"/>
          </ac:spMkLst>
        </pc:spChg>
        <pc:graphicFrameChg chg="add mod">
          <ac:chgData name="Keith Brock" userId="9bafbd6f39e366ef" providerId="LiveId" clId="{3EAC4503-8A3B-4E05-B828-32659B3254C1}" dt="2024-05-22T00:29:14.567" v="66" actId="1957"/>
          <ac:graphicFrameMkLst>
            <pc:docMk/>
            <pc:sldMk cId="3224696441" sldId="257"/>
            <ac:graphicFrameMk id="7" creationId="{3BFDC2DA-9DE1-A3CA-941F-B1C5751F9B78}"/>
          </ac:graphicFrameMkLst>
        </pc:graphicFrameChg>
        <pc:graphicFrameChg chg="add del mod">
          <ac:chgData name="Keith Brock" userId="9bafbd6f39e366ef" providerId="LiveId" clId="{3EAC4503-8A3B-4E05-B828-32659B3254C1}" dt="2024-05-22T00:31:19.950" v="95" actId="478"/>
          <ac:graphicFrameMkLst>
            <pc:docMk/>
            <pc:sldMk cId="3224696441" sldId="257"/>
            <ac:graphicFrameMk id="11" creationId="{8C648B16-BDD7-FB30-6226-730CEE30C932}"/>
          </ac:graphicFrameMkLst>
        </pc:graphicFrameChg>
        <pc:graphicFrameChg chg="add mod">
          <ac:chgData name="Keith Brock" userId="9bafbd6f39e366ef" providerId="LiveId" clId="{3EAC4503-8A3B-4E05-B828-32659B3254C1}" dt="2024-05-22T00:35:14.794" v="186" actId="6549"/>
          <ac:graphicFrameMkLst>
            <pc:docMk/>
            <pc:sldMk cId="3224696441" sldId="257"/>
            <ac:graphicFrameMk id="16" creationId="{C6984D11-229C-E9FA-D768-93A5DC98454A}"/>
          </ac:graphicFrameMkLst>
        </pc:graphicFrameChg>
      </pc:sldChg>
      <pc:sldChg chg="modSp new mod">
        <pc:chgData name="Keith Brock" userId="9bafbd6f39e366ef" providerId="LiveId" clId="{3EAC4503-8A3B-4E05-B828-32659B3254C1}" dt="2024-05-27T02:43:18.292" v="4928" actId="20577"/>
        <pc:sldMkLst>
          <pc:docMk/>
          <pc:sldMk cId="1920033057" sldId="258"/>
        </pc:sldMkLst>
        <pc:spChg chg="mod">
          <ac:chgData name="Keith Brock" userId="9bafbd6f39e366ef" providerId="LiveId" clId="{3EAC4503-8A3B-4E05-B828-32659B3254C1}" dt="2024-05-27T02:43:18.292" v="4928" actId="20577"/>
          <ac:spMkLst>
            <pc:docMk/>
            <pc:sldMk cId="1920033057" sldId="258"/>
            <ac:spMk id="2" creationId="{D2E828DC-69FF-8DF2-83EA-42D4B1BE790B}"/>
          </ac:spMkLst>
        </pc:spChg>
        <pc:spChg chg="mod">
          <ac:chgData name="Keith Brock" userId="9bafbd6f39e366ef" providerId="LiveId" clId="{3EAC4503-8A3B-4E05-B828-32659B3254C1}" dt="2024-05-22T00:57:34.195" v="941" actId="20577"/>
          <ac:spMkLst>
            <pc:docMk/>
            <pc:sldMk cId="1920033057" sldId="258"/>
            <ac:spMk id="3" creationId="{5BE40209-4FFE-3DB7-19F2-909047A35009}"/>
          </ac:spMkLst>
        </pc:spChg>
      </pc:sldChg>
      <pc:sldChg chg="new del">
        <pc:chgData name="Keith Brock" userId="9bafbd6f39e366ef" providerId="LiveId" clId="{3EAC4503-8A3B-4E05-B828-32659B3254C1}" dt="2024-05-22T00:51:44.488" v="552" actId="680"/>
        <pc:sldMkLst>
          <pc:docMk/>
          <pc:sldMk cId="2072726116" sldId="258"/>
        </pc:sldMkLst>
      </pc:sldChg>
      <pc:sldChg chg="new del">
        <pc:chgData name="Keith Brock" userId="9bafbd6f39e366ef" providerId="LiveId" clId="{3EAC4503-8A3B-4E05-B828-32659B3254C1}" dt="2024-05-22T00:53:12.977" v="554" actId="680"/>
        <pc:sldMkLst>
          <pc:docMk/>
          <pc:sldMk cId="2128377994" sldId="258"/>
        </pc:sldMkLst>
      </pc:sldChg>
      <pc:sldChg chg="addSp delSp modSp new del mod">
        <pc:chgData name="Keith Brock" userId="9bafbd6f39e366ef" providerId="LiveId" clId="{3EAC4503-8A3B-4E05-B828-32659B3254C1}" dt="2024-05-27T02:45:41.170" v="5217" actId="2696"/>
        <pc:sldMkLst>
          <pc:docMk/>
          <pc:sldMk cId="463397984" sldId="259"/>
        </pc:sldMkLst>
        <pc:spChg chg="del mod">
          <ac:chgData name="Keith Brock" userId="9bafbd6f39e366ef" providerId="LiveId" clId="{3EAC4503-8A3B-4E05-B828-32659B3254C1}" dt="2024-05-27T02:45:37.189" v="5216" actId="21"/>
          <ac:spMkLst>
            <pc:docMk/>
            <pc:sldMk cId="463397984" sldId="259"/>
            <ac:spMk id="2" creationId="{BCEAAD9B-562C-7000-3EAF-B2630514AF89}"/>
          </ac:spMkLst>
        </pc:spChg>
        <pc:spChg chg="del mod">
          <ac:chgData name="Keith Brock" userId="9bafbd6f39e366ef" providerId="LiveId" clId="{3EAC4503-8A3B-4E05-B828-32659B3254C1}" dt="2024-05-22T03:25:57.752" v="1368" actId="12084"/>
          <ac:spMkLst>
            <pc:docMk/>
            <pc:sldMk cId="463397984" sldId="259"/>
            <ac:spMk id="3" creationId="{20B57C8E-5612-C151-57DB-17815500C872}"/>
          </ac:spMkLst>
        </pc:spChg>
        <pc:spChg chg="add del mod">
          <ac:chgData name="Keith Brock" userId="9bafbd6f39e366ef" providerId="LiveId" clId="{3EAC4503-8A3B-4E05-B828-32659B3254C1}" dt="2024-05-27T02:45:37.189" v="5216" actId="21"/>
          <ac:spMkLst>
            <pc:docMk/>
            <pc:sldMk cId="463397984" sldId="259"/>
            <ac:spMk id="5" creationId="{09B6C8E8-6C78-3AEB-4C97-369DF57E8E82}"/>
          </ac:spMkLst>
        </pc:spChg>
        <pc:spChg chg="add mod">
          <ac:chgData name="Keith Brock" userId="9bafbd6f39e366ef" providerId="LiveId" clId="{3EAC4503-8A3B-4E05-B828-32659B3254C1}" dt="2024-05-27T02:45:37.189" v="5216" actId="21"/>
          <ac:spMkLst>
            <pc:docMk/>
            <pc:sldMk cId="463397984" sldId="259"/>
            <ac:spMk id="6" creationId="{57A6101E-6594-3829-6FAF-1457D23F52BD}"/>
          </ac:spMkLst>
        </pc:spChg>
        <pc:spChg chg="add mod">
          <ac:chgData name="Keith Brock" userId="9bafbd6f39e366ef" providerId="LiveId" clId="{3EAC4503-8A3B-4E05-B828-32659B3254C1}" dt="2024-05-27T02:45:37.189" v="5216" actId="21"/>
          <ac:spMkLst>
            <pc:docMk/>
            <pc:sldMk cId="463397984" sldId="259"/>
            <ac:spMk id="8" creationId="{6D4DF66A-0968-730E-CB06-114587AEFA50}"/>
          </ac:spMkLst>
        </pc:spChg>
        <pc:graphicFrameChg chg="add del mod">
          <ac:chgData name="Keith Brock" userId="9bafbd6f39e366ef" providerId="LiveId" clId="{3EAC4503-8A3B-4E05-B828-32659B3254C1}" dt="2024-05-27T02:45:37.189" v="5216" actId="21"/>
          <ac:graphicFrameMkLst>
            <pc:docMk/>
            <pc:sldMk cId="463397984" sldId="259"/>
            <ac:graphicFrameMk id="4" creationId="{A16957A0-4D37-81B3-C93E-414431825157}"/>
          </ac:graphicFrameMkLst>
        </pc:graphicFrameChg>
      </pc:sldChg>
      <pc:sldChg chg="modSp new mod">
        <pc:chgData name="Keith Brock" userId="9bafbd6f39e366ef" providerId="LiveId" clId="{3EAC4503-8A3B-4E05-B828-32659B3254C1}" dt="2024-05-22T03:37:28.471" v="2642"/>
        <pc:sldMkLst>
          <pc:docMk/>
          <pc:sldMk cId="1530745115" sldId="260"/>
        </pc:sldMkLst>
        <pc:spChg chg="mod">
          <ac:chgData name="Keith Brock" userId="9bafbd6f39e366ef" providerId="LiveId" clId="{3EAC4503-8A3B-4E05-B828-32659B3254C1}" dt="2024-05-22T03:35:47.201" v="2051" actId="122"/>
          <ac:spMkLst>
            <pc:docMk/>
            <pc:sldMk cId="1530745115" sldId="260"/>
            <ac:spMk id="2" creationId="{7D327612-00EC-283A-60DB-0B01196F3D5F}"/>
          </ac:spMkLst>
        </pc:spChg>
        <pc:spChg chg="mod">
          <ac:chgData name="Keith Brock" userId="9bafbd6f39e366ef" providerId="LiveId" clId="{3EAC4503-8A3B-4E05-B828-32659B3254C1}" dt="2024-05-22T03:37:28.471" v="2642"/>
          <ac:spMkLst>
            <pc:docMk/>
            <pc:sldMk cId="1530745115" sldId="260"/>
            <ac:spMk id="3" creationId="{FB6320A5-DF81-D848-B7FE-B082280F916A}"/>
          </ac:spMkLst>
        </pc:spChg>
      </pc:sldChg>
      <pc:sldChg chg="modSp new mod">
        <pc:chgData name="Keith Brock" userId="9bafbd6f39e366ef" providerId="LiveId" clId="{3EAC4503-8A3B-4E05-B828-32659B3254C1}" dt="2024-05-22T03:40:03.182" v="3143" actId="20577"/>
        <pc:sldMkLst>
          <pc:docMk/>
          <pc:sldMk cId="330069426" sldId="261"/>
        </pc:sldMkLst>
        <pc:spChg chg="mod">
          <ac:chgData name="Keith Brock" userId="9bafbd6f39e366ef" providerId="LiveId" clId="{3EAC4503-8A3B-4E05-B828-32659B3254C1}" dt="2024-05-22T03:38:30.941" v="2676" actId="122"/>
          <ac:spMkLst>
            <pc:docMk/>
            <pc:sldMk cId="330069426" sldId="261"/>
            <ac:spMk id="2" creationId="{CB8E3D9A-6A91-E9AC-2F30-AF90D56C33C1}"/>
          </ac:spMkLst>
        </pc:spChg>
        <pc:spChg chg="mod">
          <ac:chgData name="Keith Brock" userId="9bafbd6f39e366ef" providerId="LiveId" clId="{3EAC4503-8A3B-4E05-B828-32659B3254C1}" dt="2024-05-22T03:40:03.182" v="3143" actId="20577"/>
          <ac:spMkLst>
            <pc:docMk/>
            <pc:sldMk cId="330069426" sldId="261"/>
            <ac:spMk id="3" creationId="{35916E29-D0A9-5810-C42E-825D9F35C6D2}"/>
          </ac:spMkLst>
        </pc:spChg>
      </pc:sldChg>
      <pc:sldChg chg="modSp new mod">
        <pc:chgData name="Keith Brock" userId="9bafbd6f39e366ef" providerId="LiveId" clId="{3EAC4503-8A3B-4E05-B828-32659B3254C1}" dt="2024-05-22T03:45:48.985" v="3724" actId="20577"/>
        <pc:sldMkLst>
          <pc:docMk/>
          <pc:sldMk cId="2133149148" sldId="262"/>
        </pc:sldMkLst>
        <pc:spChg chg="mod">
          <ac:chgData name="Keith Brock" userId="9bafbd6f39e366ef" providerId="LiveId" clId="{3EAC4503-8A3B-4E05-B828-32659B3254C1}" dt="2024-05-22T03:43:13.397" v="3175" actId="122"/>
          <ac:spMkLst>
            <pc:docMk/>
            <pc:sldMk cId="2133149148" sldId="262"/>
            <ac:spMk id="2" creationId="{59B72F6F-9858-C775-6F14-0008B6139A01}"/>
          </ac:spMkLst>
        </pc:spChg>
        <pc:spChg chg="mod">
          <ac:chgData name="Keith Brock" userId="9bafbd6f39e366ef" providerId="LiveId" clId="{3EAC4503-8A3B-4E05-B828-32659B3254C1}" dt="2024-05-22T03:43:48.284" v="3207" actId="115"/>
          <ac:spMkLst>
            <pc:docMk/>
            <pc:sldMk cId="2133149148" sldId="262"/>
            <ac:spMk id="3" creationId="{0957EAB7-53BE-EDC2-8873-7006DB6FE893}"/>
          </ac:spMkLst>
        </pc:spChg>
        <pc:spChg chg="mod">
          <ac:chgData name="Keith Brock" userId="9bafbd6f39e366ef" providerId="LiveId" clId="{3EAC4503-8A3B-4E05-B828-32659B3254C1}" dt="2024-05-22T03:45:48.985" v="3724" actId="20577"/>
          <ac:spMkLst>
            <pc:docMk/>
            <pc:sldMk cId="2133149148" sldId="262"/>
            <ac:spMk id="4" creationId="{2FFB61DD-7A6C-6E47-D831-F398793B0AFF}"/>
          </ac:spMkLst>
        </pc:spChg>
      </pc:sldChg>
      <pc:sldChg chg="modSp new mod ord">
        <pc:chgData name="Keith Brock" userId="9bafbd6f39e366ef" providerId="LiveId" clId="{3EAC4503-8A3B-4E05-B828-32659B3254C1}" dt="2024-05-22T16:31:48.085" v="4236" actId="20577"/>
        <pc:sldMkLst>
          <pc:docMk/>
          <pc:sldMk cId="1515688691" sldId="263"/>
        </pc:sldMkLst>
        <pc:spChg chg="mod">
          <ac:chgData name="Keith Brock" userId="9bafbd6f39e366ef" providerId="LiveId" clId="{3EAC4503-8A3B-4E05-B828-32659B3254C1}" dt="2024-05-22T16:30:02.121" v="3750" actId="122"/>
          <ac:spMkLst>
            <pc:docMk/>
            <pc:sldMk cId="1515688691" sldId="263"/>
            <ac:spMk id="2" creationId="{26C0081F-C77C-9372-BE76-C24AB411D0C3}"/>
          </ac:spMkLst>
        </pc:spChg>
        <pc:spChg chg="mod">
          <ac:chgData name="Keith Brock" userId="9bafbd6f39e366ef" providerId="LiveId" clId="{3EAC4503-8A3B-4E05-B828-32659B3254C1}" dt="2024-05-22T16:31:48.085" v="4236" actId="20577"/>
          <ac:spMkLst>
            <pc:docMk/>
            <pc:sldMk cId="1515688691" sldId="263"/>
            <ac:spMk id="3" creationId="{4E451131-99CD-1D5F-583D-4A9B58979664}"/>
          </ac:spMkLst>
        </pc:spChg>
      </pc:sldChg>
      <pc:sldChg chg="addSp delSp modSp new mod modClrScheme chgLayout">
        <pc:chgData name="Keith Brock" userId="9bafbd6f39e366ef" providerId="LiveId" clId="{3EAC4503-8A3B-4E05-B828-32659B3254C1}" dt="2024-05-22T16:38:53.513" v="4871" actId="1036"/>
        <pc:sldMkLst>
          <pc:docMk/>
          <pc:sldMk cId="3448700885" sldId="264"/>
        </pc:sldMkLst>
        <pc:spChg chg="mod ord">
          <ac:chgData name="Keith Brock" userId="9bafbd6f39e366ef" providerId="LiveId" clId="{3EAC4503-8A3B-4E05-B828-32659B3254C1}" dt="2024-05-22T16:32:50.103" v="4298" actId="700"/>
          <ac:spMkLst>
            <pc:docMk/>
            <pc:sldMk cId="3448700885" sldId="264"/>
            <ac:spMk id="2" creationId="{B89F813E-25DF-557A-1F68-6C6EA051EB3D}"/>
          </ac:spMkLst>
        </pc:spChg>
        <pc:spChg chg="del mod ord">
          <ac:chgData name="Keith Brock" userId="9bafbd6f39e366ef" providerId="LiveId" clId="{3EAC4503-8A3B-4E05-B828-32659B3254C1}" dt="2024-05-22T16:32:50.103" v="4298" actId="700"/>
          <ac:spMkLst>
            <pc:docMk/>
            <pc:sldMk cId="3448700885" sldId="264"/>
            <ac:spMk id="3" creationId="{ACC80285-BC59-9773-9149-A5C1713DF50E}"/>
          </ac:spMkLst>
        </pc:spChg>
        <pc:spChg chg="add mod ord">
          <ac:chgData name="Keith Brock" userId="9bafbd6f39e366ef" providerId="LiveId" clId="{3EAC4503-8A3B-4E05-B828-32659B3254C1}" dt="2024-05-22T16:38:53.513" v="4871" actId="1036"/>
          <ac:spMkLst>
            <pc:docMk/>
            <pc:sldMk cId="3448700885" sldId="264"/>
            <ac:spMk id="4" creationId="{B3D5A21D-5B09-5F4B-E354-DF6D4DB3C867}"/>
          </ac:spMkLst>
        </pc:spChg>
        <pc:spChg chg="add del mod ord">
          <ac:chgData name="Keith Brock" userId="9bafbd6f39e366ef" providerId="LiveId" clId="{3EAC4503-8A3B-4E05-B828-32659B3254C1}" dt="2024-05-22T16:38:04.557" v="4859" actId="255"/>
          <ac:spMkLst>
            <pc:docMk/>
            <pc:sldMk cId="3448700885" sldId="264"/>
            <ac:spMk id="5" creationId="{965F6ED5-EF23-7D60-1189-C7A1D2E22B8D}"/>
          </ac:spMkLst>
        </pc:spChg>
        <pc:graphicFrameChg chg="add del mod ord modGraphic">
          <ac:chgData name="Keith Brock" userId="9bafbd6f39e366ef" providerId="LiveId" clId="{3EAC4503-8A3B-4E05-B828-32659B3254C1}" dt="2024-05-22T16:33:22.199" v="4331" actId="3680"/>
          <ac:graphicFrameMkLst>
            <pc:docMk/>
            <pc:sldMk cId="3448700885" sldId="264"/>
            <ac:graphicFrameMk id="6" creationId="{03278BBB-40EE-BE88-6F9B-3DD75BD0C040}"/>
          </ac:graphicFrameMkLst>
        </pc:graphicFrameChg>
      </pc:sldChg>
      <pc:sldChg chg="modSp new del mod">
        <pc:chgData name="Keith Brock" userId="9bafbd6f39e366ef" providerId="LiveId" clId="{3EAC4503-8A3B-4E05-B828-32659B3254C1}" dt="2024-05-27T02:49:08.510" v="5436" actId="47"/>
        <pc:sldMkLst>
          <pc:docMk/>
          <pc:sldMk cId="3778331294" sldId="265"/>
        </pc:sldMkLst>
        <pc:spChg chg="mod">
          <ac:chgData name="Keith Brock" userId="9bafbd6f39e366ef" providerId="LiveId" clId="{3EAC4503-8A3B-4E05-B828-32659B3254C1}" dt="2024-05-27T02:40:49.718" v="4910" actId="20577"/>
          <ac:spMkLst>
            <pc:docMk/>
            <pc:sldMk cId="3778331294" sldId="265"/>
            <ac:spMk id="2" creationId="{BEE084D6-231A-7E8C-DA03-6AD2A4FFB123}"/>
          </ac:spMkLst>
        </pc:spChg>
      </pc:sldChg>
      <pc:sldChg chg="modSp new mod">
        <pc:chgData name="Keith Brock" userId="9bafbd6f39e366ef" providerId="LiveId" clId="{3EAC4503-8A3B-4E05-B828-32659B3254C1}" dt="2024-05-27T02:44:51.268" v="5179" actId="20577"/>
        <pc:sldMkLst>
          <pc:docMk/>
          <pc:sldMk cId="609174800" sldId="266"/>
        </pc:sldMkLst>
        <pc:spChg chg="mod">
          <ac:chgData name="Keith Brock" userId="9bafbd6f39e366ef" providerId="LiveId" clId="{3EAC4503-8A3B-4E05-B828-32659B3254C1}" dt="2024-05-27T02:44:02.452" v="4950" actId="122"/>
          <ac:spMkLst>
            <pc:docMk/>
            <pc:sldMk cId="609174800" sldId="266"/>
            <ac:spMk id="2" creationId="{333382B5-0ADE-C24F-06B9-6EE5FE4FA673}"/>
          </ac:spMkLst>
        </pc:spChg>
        <pc:spChg chg="mod">
          <ac:chgData name="Keith Brock" userId="9bafbd6f39e366ef" providerId="LiveId" clId="{3EAC4503-8A3B-4E05-B828-32659B3254C1}" dt="2024-05-27T02:44:51.268" v="5179" actId="20577"/>
          <ac:spMkLst>
            <pc:docMk/>
            <pc:sldMk cId="609174800" sldId="266"/>
            <ac:spMk id="3" creationId="{2CC96617-177F-A5C3-FC71-FD7E46892A71}"/>
          </ac:spMkLst>
        </pc:spChg>
      </pc:sldChg>
      <pc:sldChg chg="addSp delSp modSp new mod">
        <pc:chgData name="Keith Brock" userId="9bafbd6f39e366ef" providerId="LiveId" clId="{3EAC4503-8A3B-4E05-B828-32659B3254C1}" dt="2024-05-27T02:46:11.709" v="5264" actId="20577"/>
        <pc:sldMkLst>
          <pc:docMk/>
          <pc:sldMk cId="2068931588" sldId="267"/>
        </pc:sldMkLst>
        <pc:spChg chg="del mod">
          <ac:chgData name="Keith Brock" userId="9bafbd6f39e366ef" providerId="LiveId" clId="{3EAC4503-8A3B-4E05-B828-32659B3254C1}" dt="2024-05-27T02:45:57.040" v="5221" actId="478"/>
          <ac:spMkLst>
            <pc:docMk/>
            <pc:sldMk cId="2068931588" sldId="267"/>
            <ac:spMk id="2" creationId="{4F456A82-2F33-E08E-856C-D5FAB763EEA5}"/>
          </ac:spMkLst>
        </pc:spChg>
        <pc:spChg chg="del">
          <ac:chgData name="Keith Brock" userId="9bafbd6f39e366ef" providerId="LiveId" clId="{3EAC4503-8A3B-4E05-B828-32659B3254C1}" dt="2024-05-27T02:45:58.870" v="5222" actId="478"/>
          <ac:spMkLst>
            <pc:docMk/>
            <pc:sldMk cId="2068931588" sldId="267"/>
            <ac:spMk id="3" creationId="{178474F7-3823-C6AB-62C7-6B64C2FC616C}"/>
          </ac:spMkLst>
        </pc:spChg>
        <pc:spChg chg="add mod">
          <ac:chgData name="Keith Brock" userId="9bafbd6f39e366ef" providerId="LiveId" clId="{3EAC4503-8A3B-4E05-B828-32659B3254C1}" dt="2024-05-27T02:45:49.994" v="5219"/>
          <ac:spMkLst>
            <pc:docMk/>
            <pc:sldMk cId="2068931588" sldId="267"/>
            <ac:spMk id="4" creationId="{BCEAAD9B-562C-7000-3EAF-B2630514AF89}"/>
          </ac:spMkLst>
        </pc:spChg>
        <pc:spChg chg="add mod">
          <ac:chgData name="Keith Brock" userId="9bafbd6f39e366ef" providerId="LiveId" clId="{3EAC4503-8A3B-4E05-B828-32659B3254C1}" dt="2024-05-27T02:45:46.230" v="5218"/>
          <ac:spMkLst>
            <pc:docMk/>
            <pc:sldMk cId="2068931588" sldId="267"/>
            <ac:spMk id="6" creationId="{09B6C8E8-6C78-3AEB-4C97-369DF57E8E82}"/>
          </ac:spMkLst>
        </pc:spChg>
        <pc:spChg chg="add mod">
          <ac:chgData name="Keith Brock" userId="9bafbd6f39e366ef" providerId="LiveId" clId="{3EAC4503-8A3B-4E05-B828-32659B3254C1}" dt="2024-05-27T02:46:11.709" v="5264" actId="20577"/>
          <ac:spMkLst>
            <pc:docMk/>
            <pc:sldMk cId="2068931588" sldId="267"/>
            <ac:spMk id="7" creationId="{9E177F25-C7E5-0744-1F2C-B4DAE178A3E4}"/>
          </ac:spMkLst>
        </pc:spChg>
        <pc:spChg chg="add mod">
          <ac:chgData name="Keith Brock" userId="9bafbd6f39e366ef" providerId="LiveId" clId="{3EAC4503-8A3B-4E05-B828-32659B3254C1}" dt="2024-05-27T02:46:00.036" v="5223"/>
          <ac:spMkLst>
            <pc:docMk/>
            <pc:sldMk cId="2068931588" sldId="267"/>
            <ac:spMk id="9" creationId="{19BA4194-87CF-FFDA-DF52-8963A9EBB80D}"/>
          </ac:spMkLst>
        </pc:spChg>
        <pc:graphicFrameChg chg="add mod">
          <ac:chgData name="Keith Brock" userId="9bafbd6f39e366ef" providerId="LiveId" clId="{3EAC4503-8A3B-4E05-B828-32659B3254C1}" dt="2024-05-27T02:45:46.230" v="5218"/>
          <ac:graphicFrameMkLst>
            <pc:docMk/>
            <pc:sldMk cId="2068931588" sldId="267"/>
            <ac:graphicFrameMk id="5" creationId="{A16957A0-4D37-81B3-C93E-414431825157}"/>
          </ac:graphicFrameMkLst>
        </pc:graphicFrameChg>
        <pc:graphicFrameChg chg="add mod">
          <ac:chgData name="Keith Brock" userId="9bafbd6f39e366ef" providerId="LiveId" clId="{3EAC4503-8A3B-4E05-B828-32659B3254C1}" dt="2024-05-27T02:46:00.036" v="5223"/>
          <ac:graphicFrameMkLst>
            <pc:docMk/>
            <pc:sldMk cId="2068931588" sldId="267"/>
            <ac:graphicFrameMk id="8" creationId="{165E4FE7-0FEC-4F68-8817-EF306850A514}"/>
          </ac:graphicFrameMkLst>
        </pc:graphicFrameChg>
      </pc:sldChg>
      <pc:sldChg chg="modSp new mod">
        <pc:chgData name="Keith Brock" userId="9bafbd6f39e366ef" providerId="LiveId" clId="{3EAC4503-8A3B-4E05-B828-32659B3254C1}" dt="2024-05-27T02:47:06.682" v="5433" actId="20577"/>
        <pc:sldMkLst>
          <pc:docMk/>
          <pc:sldMk cId="2040102405" sldId="268"/>
        </pc:sldMkLst>
        <pc:spChg chg="mod">
          <ac:chgData name="Keith Brock" userId="9bafbd6f39e366ef" providerId="LiveId" clId="{3EAC4503-8A3B-4E05-B828-32659B3254C1}" dt="2024-05-27T02:46:29.407" v="5294" actId="122"/>
          <ac:spMkLst>
            <pc:docMk/>
            <pc:sldMk cId="2040102405" sldId="268"/>
            <ac:spMk id="2" creationId="{C8EAD77D-33A2-1318-215A-EA2D7C869C3A}"/>
          </ac:spMkLst>
        </pc:spChg>
        <pc:spChg chg="mod">
          <ac:chgData name="Keith Brock" userId="9bafbd6f39e366ef" providerId="LiveId" clId="{3EAC4503-8A3B-4E05-B828-32659B3254C1}" dt="2024-05-27T02:47:06.682" v="5433" actId="20577"/>
          <ac:spMkLst>
            <pc:docMk/>
            <pc:sldMk cId="2040102405" sldId="268"/>
            <ac:spMk id="3" creationId="{6CF2252A-9620-9F45-E6E5-4C1CA51BD4B2}"/>
          </ac:spMkLst>
        </pc:spChg>
      </pc:sldChg>
      <pc:sldChg chg="new del">
        <pc:chgData name="Keith Brock" userId="9bafbd6f39e366ef" providerId="LiveId" clId="{3EAC4503-8A3B-4E05-B828-32659B3254C1}" dt="2024-05-27T02:47:17.605" v="5435" actId="47"/>
        <pc:sldMkLst>
          <pc:docMk/>
          <pc:sldMk cId="2354298798" sldId="269"/>
        </pc:sldMkLst>
      </pc:sldChg>
      <pc:sldChg chg="addSp delSp modSp new mod modClrScheme chgLayout">
        <pc:chgData name="Keith Brock" userId="9bafbd6f39e366ef" providerId="LiveId" clId="{3EAC4503-8A3B-4E05-B828-32659B3254C1}" dt="2024-05-27T02:51:27.904" v="5821" actId="20577"/>
        <pc:sldMkLst>
          <pc:docMk/>
          <pc:sldMk cId="2602677094" sldId="269"/>
        </pc:sldMkLst>
        <pc:spChg chg="del mod ord">
          <ac:chgData name="Keith Brock" userId="9bafbd6f39e366ef" providerId="LiveId" clId="{3EAC4503-8A3B-4E05-B828-32659B3254C1}" dt="2024-05-27T02:49:28.755" v="5438" actId="700"/>
          <ac:spMkLst>
            <pc:docMk/>
            <pc:sldMk cId="2602677094" sldId="269"/>
            <ac:spMk id="2" creationId="{80C6A5C5-860E-5187-B695-3FE40180323F}"/>
          </ac:spMkLst>
        </pc:spChg>
        <pc:spChg chg="del mod ord">
          <ac:chgData name="Keith Brock" userId="9bafbd6f39e366ef" providerId="LiveId" clId="{3EAC4503-8A3B-4E05-B828-32659B3254C1}" dt="2024-05-27T02:49:28.755" v="5438" actId="700"/>
          <ac:spMkLst>
            <pc:docMk/>
            <pc:sldMk cId="2602677094" sldId="269"/>
            <ac:spMk id="3" creationId="{B1ABA9C3-F51B-765A-4F76-8F2860B0A330}"/>
          </ac:spMkLst>
        </pc:spChg>
        <pc:spChg chg="del">
          <ac:chgData name="Keith Brock" userId="9bafbd6f39e366ef" providerId="LiveId" clId="{3EAC4503-8A3B-4E05-B828-32659B3254C1}" dt="2024-05-27T02:49:28.755" v="5438" actId="700"/>
          <ac:spMkLst>
            <pc:docMk/>
            <pc:sldMk cId="2602677094" sldId="269"/>
            <ac:spMk id="4" creationId="{AC999D5D-466A-E4BC-4DA9-79D8F82D827E}"/>
          </ac:spMkLst>
        </pc:spChg>
        <pc:spChg chg="add mod ord">
          <ac:chgData name="Keith Brock" userId="9bafbd6f39e366ef" providerId="LiveId" clId="{3EAC4503-8A3B-4E05-B828-32659B3254C1}" dt="2024-05-27T02:49:40.415" v="5459" actId="122"/>
          <ac:spMkLst>
            <pc:docMk/>
            <pc:sldMk cId="2602677094" sldId="269"/>
            <ac:spMk id="5" creationId="{F08BA75B-777A-E5BF-C1B8-E8490868DF81}"/>
          </ac:spMkLst>
        </pc:spChg>
        <pc:spChg chg="add mod ord">
          <ac:chgData name="Keith Brock" userId="9bafbd6f39e366ef" providerId="LiveId" clId="{3EAC4503-8A3B-4E05-B828-32659B3254C1}" dt="2024-05-27T02:51:27.904" v="5821" actId="20577"/>
          <ac:spMkLst>
            <pc:docMk/>
            <pc:sldMk cId="2602677094" sldId="269"/>
            <ac:spMk id="6" creationId="{08DD6EEA-74CE-8719-9F99-69AEAA27B703}"/>
          </ac:spMkLst>
        </pc:spChg>
      </pc:sldChg>
      <pc:sldChg chg="modSp new mod">
        <pc:chgData name="Keith Brock" userId="9bafbd6f39e366ef" providerId="LiveId" clId="{3EAC4503-8A3B-4E05-B828-32659B3254C1}" dt="2024-05-27T02:55:09.796" v="5860" actId="27636"/>
        <pc:sldMkLst>
          <pc:docMk/>
          <pc:sldMk cId="2715368440" sldId="270"/>
        </pc:sldMkLst>
        <pc:spChg chg="mod">
          <ac:chgData name="Keith Brock" userId="9bafbd6f39e366ef" providerId="LiveId" clId="{3EAC4503-8A3B-4E05-B828-32659B3254C1}" dt="2024-05-27T02:52:57.609" v="5833" actId="122"/>
          <ac:spMkLst>
            <pc:docMk/>
            <pc:sldMk cId="2715368440" sldId="270"/>
            <ac:spMk id="2" creationId="{459E5D68-0EEB-C541-058D-5EC78B1A764D}"/>
          </ac:spMkLst>
        </pc:spChg>
        <pc:spChg chg="mod">
          <ac:chgData name="Keith Brock" userId="9bafbd6f39e366ef" providerId="LiveId" clId="{3EAC4503-8A3B-4E05-B828-32659B3254C1}" dt="2024-05-27T02:55:09.796" v="5860" actId="27636"/>
          <ac:spMkLst>
            <pc:docMk/>
            <pc:sldMk cId="2715368440" sldId="270"/>
            <ac:spMk id="3" creationId="{DC9A4B02-FE5D-01E9-015D-C65A81A37A8B}"/>
          </ac:spMkLst>
        </pc:spChg>
      </pc:sldChg>
      <pc:sldChg chg="delSp modSp new mod">
        <pc:chgData name="Keith Brock" userId="9bafbd6f39e366ef" providerId="LiveId" clId="{3EAC4503-8A3B-4E05-B828-32659B3254C1}" dt="2024-05-31T08:50:27.966" v="5885" actId="403"/>
        <pc:sldMkLst>
          <pc:docMk/>
          <pc:sldMk cId="2460977841" sldId="271"/>
        </pc:sldMkLst>
        <pc:spChg chg="mod">
          <ac:chgData name="Keith Brock" userId="9bafbd6f39e366ef" providerId="LiveId" clId="{3EAC4503-8A3B-4E05-B828-32659B3254C1}" dt="2024-05-31T08:50:27.966" v="5885" actId="403"/>
          <ac:spMkLst>
            <pc:docMk/>
            <pc:sldMk cId="2460977841" sldId="271"/>
            <ac:spMk id="2" creationId="{EFA769CB-B60F-22F3-AFAB-E22FC42292D3}"/>
          </ac:spMkLst>
        </pc:spChg>
        <pc:spChg chg="del">
          <ac:chgData name="Keith Brock" userId="9bafbd6f39e366ef" providerId="LiveId" clId="{3EAC4503-8A3B-4E05-B828-32659B3254C1}" dt="2024-05-31T08:50:14.683" v="5863" actId="478"/>
          <ac:spMkLst>
            <pc:docMk/>
            <pc:sldMk cId="2460977841" sldId="271"/>
            <ac:spMk id="3" creationId="{B71BCCDF-87C0-B6A9-6955-EDDC9066519D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The</a:t>
            </a:r>
            <a:r>
              <a:rPr lang="en-US" baseline="0" dirty="0"/>
              <a:t> a</a:t>
            </a:r>
            <a:r>
              <a:rPr lang="en-US" dirty="0"/>
              <a:t>verage total cost of a data breach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70000"/>
                    <a:lumMod val="110000"/>
                  </a:schemeClr>
                </a:gs>
                <a:gs pos="100000">
                  <a:schemeClr val="accent2">
                    <a:tint val="82000"/>
                    <a:alpha val="74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3.92</c:v>
                </c:pt>
                <c:pt idx="1">
                  <c:v>3.86</c:v>
                </c:pt>
                <c:pt idx="2">
                  <c:v>4.24</c:v>
                </c:pt>
                <c:pt idx="3">
                  <c:v>4.3499999999999996</c:v>
                </c:pt>
                <c:pt idx="4">
                  <c:v>4.45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AE-4EA0-8FC9-256EDA4FC7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994169055"/>
        <c:axId val="1994177695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Series 2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4">
                          <a:tint val="70000"/>
                          <a:lumMod val="110000"/>
                        </a:schemeClr>
                      </a:gs>
                      <a:gs pos="100000">
                        <a:schemeClr val="accent4">
                          <a:tint val="82000"/>
                          <a:alpha val="74000"/>
                        </a:schemeClr>
                      </a:gs>
                    </a:gsLst>
                    <a:lin ang="5400000" scaled="0"/>
                  </a:gradFill>
                  <a:ln w="9525" cap="flat" cmpd="sng" algn="ctr">
                    <a:solidFill>
                      <a:schemeClr val="accent4">
                        <a:shade val="95000"/>
                      </a:schemeClr>
                    </a:solidFill>
                    <a:round/>
                  </a:ln>
                  <a:effectLst/>
                </c:spPr>
                <c:invertIfNegative val="0"/>
                <c:cat>
                  <c:num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2019</c:v>
                      </c:pt>
                      <c:pt idx="1">
                        <c:v>2020</c:v>
                      </c:pt>
                      <c:pt idx="2">
                        <c:v>2021</c:v>
                      </c:pt>
                      <c:pt idx="3">
                        <c:v>2022</c:v>
                      </c:pt>
                      <c:pt idx="4">
                        <c:v>2023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Sheet1!$C$2:$C$6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4EAE-4EA0-8FC9-256EDA4FC7DB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Series 3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6">
                          <a:tint val="70000"/>
                          <a:lumMod val="110000"/>
                        </a:schemeClr>
                      </a:gs>
                      <a:gs pos="100000">
                        <a:schemeClr val="accent6">
                          <a:tint val="82000"/>
                          <a:alpha val="74000"/>
                        </a:schemeClr>
                      </a:gs>
                    </a:gsLst>
                    <a:lin ang="5400000" scaled="0"/>
                  </a:gradFill>
                  <a:ln w="9525" cap="flat" cmpd="sng" algn="ctr">
                    <a:solidFill>
                      <a:schemeClr val="accent6">
                        <a:shade val="95000"/>
                      </a:schemeClr>
                    </a:solidFill>
                    <a:round/>
                  </a:ln>
                  <a:effectLst/>
                </c:spPr>
                <c:invertIfNegative val="0"/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2019</c:v>
                      </c:pt>
                      <c:pt idx="1">
                        <c:v>2020</c:v>
                      </c:pt>
                      <c:pt idx="2">
                        <c:v>2021</c:v>
                      </c:pt>
                      <c:pt idx="3">
                        <c:v>2022</c:v>
                      </c:pt>
                      <c:pt idx="4">
                        <c:v>2023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Sheet1!$D$2:$D$6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4EAE-4EA0-8FC9-256EDA4FC7DB}"/>
                  </c:ext>
                </c:extLst>
              </c15:ser>
            </c15:filteredBarSeries>
          </c:ext>
        </c:extLst>
      </c:barChart>
      <c:catAx>
        <c:axId val="19941690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4177695"/>
        <c:crosses val="autoZero"/>
        <c:auto val="1"/>
        <c:lblAlgn val="ctr"/>
        <c:lblOffset val="100"/>
        <c:noMultiLvlLbl val="0"/>
      </c:catAx>
      <c:valAx>
        <c:axId val="19941776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41690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0A1ACD-7826-4319-9F48-3EEDA97242A2}" type="doc">
      <dgm:prSet loTypeId="urn:microsoft.com/office/officeart/2005/8/layout/chevron1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88243027-CCA9-4707-98E7-6B509AE1C6A3}">
      <dgm:prSet/>
      <dgm:spPr/>
      <dgm:t>
        <a:bodyPr/>
        <a:lstStyle/>
        <a:p>
          <a:r>
            <a:rPr lang="en-US" dirty="0"/>
            <a:t>1990-Early Internet and Data Collection</a:t>
          </a:r>
        </a:p>
      </dgm:t>
    </dgm:pt>
    <dgm:pt modelId="{4BE953AD-DD69-4D9E-901D-B04FD22B9038}" type="parTrans" cxnId="{69A7D512-68C3-467F-822C-D648A6726BF0}">
      <dgm:prSet/>
      <dgm:spPr/>
      <dgm:t>
        <a:bodyPr/>
        <a:lstStyle/>
        <a:p>
          <a:endParaRPr lang="en-US"/>
        </a:p>
      </dgm:t>
    </dgm:pt>
    <dgm:pt modelId="{0171EC73-74AD-4B30-BC5A-36973E5CC68F}" type="sibTrans" cxnId="{69A7D512-68C3-467F-822C-D648A6726BF0}">
      <dgm:prSet/>
      <dgm:spPr/>
      <dgm:t>
        <a:bodyPr/>
        <a:lstStyle/>
        <a:p>
          <a:endParaRPr lang="en-US"/>
        </a:p>
      </dgm:t>
    </dgm:pt>
    <dgm:pt modelId="{378D5F2D-3761-4E83-B3FC-D4C0463F4556}">
      <dgm:prSet/>
      <dgm:spPr/>
      <dgm:t>
        <a:bodyPr/>
        <a:lstStyle/>
        <a:p>
          <a:r>
            <a:rPr lang="en-US" dirty="0"/>
            <a:t>2000-Social media and Targeted Advertising</a:t>
          </a:r>
        </a:p>
      </dgm:t>
    </dgm:pt>
    <dgm:pt modelId="{298498EC-1BD9-4B00-A5EE-4450D84F0003}" type="parTrans" cxnId="{04FEAF40-6A2A-421C-BE29-24B4343AFCDD}">
      <dgm:prSet/>
      <dgm:spPr/>
      <dgm:t>
        <a:bodyPr/>
        <a:lstStyle/>
        <a:p>
          <a:endParaRPr lang="en-US"/>
        </a:p>
      </dgm:t>
    </dgm:pt>
    <dgm:pt modelId="{95CF2E63-3AC8-49DF-A37D-67B980B09B4B}" type="sibTrans" cxnId="{04FEAF40-6A2A-421C-BE29-24B4343AFCDD}">
      <dgm:prSet/>
      <dgm:spPr/>
      <dgm:t>
        <a:bodyPr/>
        <a:lstStyle/>
        <a:p>
          <a:endParaRPr lang="en-US"/>
        </a:p>
      </dgm:t>
    </dgm:pt>
    <dgm:pt modelId="{4CEF764E-2C00-4D03-8B78-2F3E6082341E}">
      <dgm:prSet/>
      <dgm:spPr/>
      <dgm:t>
        <a:bodyPr/>
        <a:lstStyle/>
        <a:p>
          <a:r>
            <a:rPr lang="en-US" dirty="0"/>
            <a:t>2007-iPhone and Mobile Data</a:t>
          </a:r>
        </a:p>
      </dgm:t>
    </dgm:pt>
    <dgm:pt modelId="{3F2FC67A-CBC6-432B-B5A1-C8BE0FFA48F7}" type="parTrans" cxnId="{D4334BBA-A98D-4FFB-93B3-52CD45E9523B}">
      <dgm:prSet/>
      <dgm:spPr/>
      <dgm:t>
        <a:bodyPr/>
        <a:lstStyle/>
        <a:p>
          <a:endParaRPr lang="en-US"/>
        </a:p>
      </dgm:t>
    </dgm:pt>
    <dgm:pt modelId="{752FEBB8-6202-4E66-9980-41EC84F98189}" type="sibTrans" cxnId="{D4334BBA-A98D-4FFB-93B3-52CD45E9523B}">
      <dgm:prSet/>
      <dgm:spPr/>
      <dgm:t>
        <a:bodyPr/>
        <a:lstStyle/>
        <a:p>
          <a:endParaRPr lang="en-US"/>
        </a:p>
      </dgm:t>
    </dgm:pt>
    <dgm:pt modelId="{8270169F-70D2-4776-890F-44EEB4EC53EB}">
      <dgm:prSet/>
      <dgm:spPr/>
      <dgm:t>
        <a:bodyPr/>
        <a:lstStyle/>
        <a:p>
          <a:r>
            <a:rPr lang="en-US" dirty="0"/>
            <a:t>2013-Snowden Revelations</a:t>
          </a:r>
        </a:p>
      </dgm:t>
    </dgm:pt>
    <dgm:pt modelId="{9B2E2178-F456-48C0-82B2-FDCA8ABA92E9}" type="parTrans" cxnId="{22E17069-2F94-48D9-9BBC-7D6ADE21C0BA}">
      <dgm:prSet/>
      <dgm:spPr/>
      <dgm:t>
        <a:bodyPr/>
        <a:lstStyle/>
        <a:p>
          <a:endParaRPr lang="en-US"/>
        </a:p>
      </dgm:t>
    </dgm:pt>
    <dgm:pt modelId="{E962021A-6384-4C2C-A5ED-DE2A1D35C327}" type="sibTrans" cxnId="{22E17069-2F94-48D9-9BBC-7D6ADE21C0BA}">
      <dgm:prSet/>
      <dgm:spPr/>
      <dgm:t>
        <a:bodyPr/>
        <a:lstStyle/>
        <a:p>
          <a:endParaRPr lang="en-US"/>
        </a:p>
      </dgm:t>
    </dgm:pt>
    <dgm:pt modelId="{7E35BD99-6FFA-4E99-BEB6-62A115D8191E}">
      <dgm:prSet/>
      <dgm:spPr/>
      <dgm:t>
        <a:bodyPr/>
        <a:lstStyle/>
        <a:p>
          <a:r>
            <a:rPr lang="en-US" dirty="0"/>
            <a:t>2014-Facebook-Cambridge Analytica Scandal</a:t>
          </a:r>
        </a:p>
      </dgm:t>
    </dgm:pt>
    <dgm:pt modelId="{66E5B64D-100F-4695-8CD5-5C887B337E41}" type="parTrans" cxnId="{D4D263D0-722E-47C3-9AFC-E05C0F3304CC}">
      <dgm:prSet/>
      <dgm:spPr/>
      <dgm:t>
        <a:bodyPr/>
        <a:lstStyle/>
        <a:p>
          <a:endParaRPr lang="en-US"/>
        </a:p>
      </dgm:t>
    </dgm:pt>
    <dgm:pt modelId="{59C9A87F-0846-4535-A80A-2004EF5910EC}" type="sibTrans" cxnId="{D4D263D0-722E-47C3-9AFC-E05C0F3304CC}">
      <dgm:prSet/>
      <dgm:spPr/>
      <dgm:t>
        <a:bodyPr/>
        <a:lstStyle/>
        <a:p>
          <a:endParaRPr lang="en-US"/>
        </a:p>
      </dgm:t>
    </dgm:pt>
    <dgm:pt modelId="{BF3DE0DF-5E77-4AD5-A48E-4454C2A75155}">
      <dgm:prSet/>
      <dgm:spPr/>
      <dgm:t>
        <a:bodyPr/>
        <a:lstStyle/>
        <a:p>
          <a:r>
            <a:rPr lang="en-US" dirty="0"/>
            <a:t>2016-General Data Protection Regulation (GDPR)</a:t>
          </a:r>
        </a:p>
      </dgm:t>
    </dgm:pt>
    <dgm:pt modelId="{8B6FE0B3-AE57-4916-B5C9-CB6880A6772E}" type="parTrans" cxnId="{3E5E4C35-82C3-47D8-982E-D3851AD224C7}">
      <dgm:prSet/>
      <dgm:spPr/>
      <dgm:t>
        <a:bodyPr/>
        <a:lstStyle/>
        <a:p>
          <a:endParaRPr lang="en-US"/>
        </a:p>
      </dgm:t>
    </dgm:pt>
    <dgm:pt modelId="{EC406952-4497-42FA-976F-E12A0F2A392F}" type="sibTrans" cxnId="{3E5E4C35-82C3-47D8-982E-D3851AD224C7}">
      <dgm:prSet/>
      <dgm:spPr/>
      <dgm:t>
        <a:bodyPr/>
        <a:lstStyle/>
        <a:p>
          <a:endParaRPr lang="en-US"/>
        </a:p>
      </dgm:t>
    </dgm:pt>
    <dgm:pt modelId="{451DE42F-D56E-46AC-8AFF-1AA78D8EBFCE}">
      <dgm:prSet/>
      <dgm:spPr/>
      <dgm:t>
        <a:bodyPr/>
        <a:lstStyle/>
        <a:p>
          <a:r>
            <a:rPr lang="en-US" dirty="0"/>
            <a:t>2017-Equifax Data Breach</a:t>
          </a:r>
        </a:p>
      </dgm:t>
    </dgm:pt>
    <dgm:pt modelId="{7D4C3D07-713C-4F95-B9CB-3EF9BF8C4867}" type="parTrans" cxnId="{912F72B8-897E-4EE1-96B3-9E8E6084D5D1}">
      <dgm:prSet/>
      <dgm:spPr/>
      <dgm:t>
        <a:bodyPr/>
        <a:lstStyle/>
        <a:p>
          <a:endParaRPr lang="en-US"/>
        </a:p>
      </dgm:t>
    </dgm:pt>
    <dgm:pt modelId="{5164DE7E-BCD4-463B-B4D0-C685C6D80CDB}" type="sibTrans" cxnId="{912F72B8-897E-4EE1-96B3-9E8E6084D5D1}">
      <dgm:prSet/>
      <dgm:spPr/>
      <dgm:t>
        <a:bodyPr/>
        <a:lstStyle/>
        <a:p>
          <a:endParaRPr lang="en-US"/>
        </a:p>
      </dgm:t>
    </dgm:pt>
    <dgm:pt modelId="{11199643-A83D-4EEA-AA9E-E788C2C3B38B}">
      <dgm:prSet/>
      <dgm:spPr/>
      <dgm:t>
        <a:bodyPr/>
        <a:lstStyle/>
        <a:p>
          <a:r>
            <a:rPr lang="en-US" dirty="0"/>
            <a:t>2018-California Consumer Privacy Act</a:t>
          </a:r>
        </a:p>
      </dgm:t>
    </dgm:pt>
    <dgm:pt modelId="{3DEF2BC1-E97D-45C5-A4DC-C969BCB714B8}" type="parTrans" cxnId="{BFAEF60E-04D2-4A12-B27D-B125A9B46946}">
      <dgm:prSet/>
      <dgm:spPr/>
      <dgm:t>
        <a:bodyPr/>
        <a:lstStyle/>
        <a:p>
          <a:endParaRPr lang="en-US"/>
        </a:p>
      </dgm:t>
    </dgm:pt>
    <dgm:pt modelId="{E41601FB-F3F0-40A5-BF7B-08903F8CFFCE}" type="sibTrans" cxnId="{BFAEF60E-04D2-4A12-B27D-B125A9B46946}">
      <dgm:prSet/>
      <dgm:spPr/>
      <dgm:t>
        <a:bodyPr/>
        <a:lstStyle/>
        <a:p>
          <a:endParaRPr lang="en-US"/>
        </a:p>
      </dgm:t>
    </dgm:pt>
    <dgm:pt modelId="{1657F78E-A484-4163-80AC-22B5BFA79068}">
      <dgm:prSet/>
      <dgm:spPr/>
      <dgm:t>
        <a:bodyPr/>
        <a:lstStyle/>
        <a:p>
          <a:r>
            <a:rPr lang="en-US" dirty="0"/>
            <a:t>2020-COVID-19 and Contact Tracing</a:t>
          </a:r>
        </a:p>
      </dgm:t>
    </dgm:pt>
    <dgm:pt modelId="{56D0568A-7625-49D5-BD31-89C8B0B0B23C}" type="parTrans" cxnId="{BBD64A2E-7707-4B32-BB68-AD2711E35C56}">
      <dgm:prSet/>
      <dgm:spPr/>
      <dgm:t>
        <a:bodyPr/>
        <a:lstStyle/>
        <a:p>
          <a:endParaRPr lang="en-US"/>
        </a:p>
      </dgm:t>
    </dgm:pt>
    <dgm:pt modelId="{020CDCC7-FDF5-410C-9EF1-37592D591394}" type="sibTrans" cxnId="{BBD64A2E-7707-4B32-BB68-AD2711E35C56}">
      <dgm:prSet/>
      <dgm:spPr/>
      <dgm:t>
        <a:bodyPr/>
        <a:lstStyle/>
        <a:p>
          <a:endParaRPr lang="en-US"/>
        </a:p>
      </dgm:t>
    </dgm:pt>
    <dgm:pt modelId="{8A32E0D7-9FFD-465A-B81E-1CA2E89E09B3}">
      <dgm:prSet/>
      <dgm:spPr/>
      <dgm:t>
        <a:bodyPr/>
        <a:lstStyle/>
        <a:p>
          <a:r>
            <a:rPr lang="en-US" dirty="0"/>
            <a:t>2023-Introduction of AI Regulation</a:t>
          </a:r>
        </a:p>
      </dgm:t>
    </dgm:pt>
    <dgm:pt modelId="{FE07D2F7-E1B9-4402-9222-C846B3C52271}" type="parTrans" cxnId="{2DAA1486-9109-4EEF-AD30-B7399D96D59D}">
      <dgm:prSet/>
      <dgm:spPr/>
      <dgm:t>
        <a:bodyPr/>
        <a:lstStyle/>
        <a:p>
          <a:endParaRPr lang="en-US"/>
        </a:p>
      </dgm:t>
    </dgm:pt>
    <dgm:pt modelId="{4D3736B4-7802-4DBF-97ED-1BEFED4D2149}" type="sibTrans" cxnId="{2DAA1486-9109-4EEF-AD30-B7399D96D59D}">
      <dgm:prSet/>
      <dgm:spPr/>
      <dgm:t>
        <a:bodyPr/>
        <a:lstStyle/>
        <a:p>
          <a:endParaRPr lang="en-US"/>
        </a:p>
      </dgm:t>
    </dgm:pt>
    <dgm:pt modelId="{2CF38251-C0F7-4B60-A4DF-84F24A0C830B}" type="pres">
      <dgm:prSet presAssocID="{530A1ACD-7826-4319-9F48-3EEDA97242A2}" presName="Name0" presStyleCnt="0">
        <dgm:presLayoutVars>
          <dgm:dir/>
          <dgm:animLvl val="lvl"/>
          <dgm:resizeHandles val="exact"/>
        </dgm:presLayoutVars>
      </dgm:prSet>
      <dgm:spPr/>
    </dgm:pt>
    <dgm:pt modelId="{0A2193EA-89A6-419E-8BD8-D2199CC2A5D0}" type="pres">
      <dgm:prSet presAssocID="{88243027-CCA9-4707-98E7-6B509AE1C6A3}" presName="parTxOnly" presStyleLbl="node1" presStyleIdx="0" presStyleCnt="10">
        <dgm:presLayoutVars>
          <dgm:chMax val="0"/>
          <dgm:chPref val="0"/>
          <dgm:bulletEnabled val="1"/>
        </dgm:presLayoutVars>
      </dgm:prSet>
      <dgm:spPr/>
    </dgm:pt>
    <dgm:pt modelId="{6E6DF10D-C1B7-41FA-978A-8C041BD820BC}" type="pres">
      <dgm:prSet presAssocID="{0171EC73-74AD-4B30-BC5A-36973E5CC68F}" presName="parTxOnlySpace" presStyleCnt="0"/>
      <dgm:spPr/>
    </dgm:pt>
    <dgm:pt modelId="{BDA3B55A-27F8-413B-9A66-D3483802D1F5}" type="pres">
      <dgm:prSet presAssocID="{378D5F2D-3761-4E83-B3FC-D4C0463F4556}" presName="parTxOnly" presStyleLbl="node1" presStyleIdx="1" presStyleCnt="10">
        <dgm:presLayoutVars>
          <dgm:chMax val="0"/>
          <dgm:chPref val="0"/>
          <dgm:bulletEnabled val="1"/>
        </dgm:presLayoutVars>
      </dgm:prSet>
      <dgm:spPr/>
    </dgm:pt>
    <dgm:pt modelId="{D76801A7-4C12-4F4E-A1C0-4C028ADB2F06}" type="pres">
      <dgm:prSet presAssocID="{95CF2E63-3AC8-49DF-A37D-67B980B09B4B}" presName="parTxOnlySpace" presStyleCnt="0"/>
      <dgm:spPr/>
    </dgm:pt>
    <dgm:pt modelId="{2444E142-E3F1-456A-9EB1-D32B601E8BC1}" type="pres">
      <dgm:prSet presAssocID="{4CEF764E-2C00-4D03-8B78-2F3E6082341E}" presName="parTxOnly" presStyleLbl="node1" presStyleIdx="2" presStyleCnt="10">
        <dgm:presLayoutVars>
          <dgm:chMax val="0"/>
          <dgm:chPref val="0"/>
          <dgm:bulletEnabled val="1"/>
        </dgm:presLayoutVars>
      </dgm:prSet>
      <dgm:spPr/>
    </dgm:pt>
    <dgm:pt modelId="{18AFCCE5-7F4E-4D3B-B83E-BB37E2246143}" type="pres">
      <dgm:prSet presAssocID="{752FEBB8-6202-4E66-9980-41EC84F98189}" presName="parTxOnlySpace" presStyleCnt="0"/>
      <dgm:spPr/>
    </dgm:pt>
    <dgm:pt modelId="{D417202F-C8CB-4AA7-BB09-06D70E6338E7}" type="pres">
      <dgm:prSet presAssocID="{8270169F-70D2-4776-890F-44EEB4EC53EB}" presName="parTxOnly" presStyleLbl="node1" presStyleIdx="3" presStyleCnt="10">
        <dgm:presLayoutVars>
          <dgm:chMax val="0"/>
          <dgm:chPref val="0"/>
          <dgm:bulletEnabled val="1"/>
        </dgm:presLayoutVars>
      </dgm:prSet>
      <dgm:spPr/>
    </dgm:pt>
    <dgm:pt modelId="{B457B2DF-9C4F-4C30-B56C-C5A9D1CB09E0}" type="pres">
      <dgm:prSet presAssocID="{E962021A-6384-4C2C-A5ED-DE2A1D35C327}" presName="parTxOnlySpace" presStyleCnt="0"/>
      <dgm:spPr/>
    </dgm:pt>
    <dgm:pt modelId="{EE8A6EC1-2466-49BA-9D42-6876390F5A0C}" type="pres">
      <dgm:prSet presAssocID="{7E35BD99-6FFA-4E99-BEB6-62A115D8191E}" presName="parTxOnly" presStyleLbl="node1" presStyleIdx="4" presStyleCnt="10">
        <dgm:presLayoutVars>
          <dgm:chMax val="0"/>
          <dgm:chPref val="0"/>
          <dgm:bulletEnabled val="1"/>
        </dgm:presLayoutVars>
      </dgm:prSet>
      <dgm:spPr/>
    </dgm:pt>
    <dgm:pt modelId="{933F1084-7979-4BD5-A0AC-5BA534BD4EB3}" type="pres">
      <dgm:prSet presAssocID="{59C9A87F-0846-4535-A80A-2004EF5910EC}" presName="parTxOnlySpace" presStyleCnt="0"/>
      <dgm:spPr/>
    </dgm:pt>
    <dgm:pt modelId="{F9EEE335-F66F-48F4-88C9-E58E3C1FB0B0}" type="pres">
      <dgm:prSet presAssocID="{BF3DE0DF-5E77-4AD5-A48E-4454C2A75155}" presName="parTxOnly" presStyleLbl="node1" presStyleIdx="5" presStyleCnt="10">
        <dgm:presLayoutVars>
          <dgm:chMax val="0"/>
          <dgm:chPref val="0"/>
          <dgm:bulletEnabled val="1"/>
        </dgm:presLayoutVars>
      </dgm:prSet>
      <dgm:spPr/>
    </dgm:pt>
    <dgm:pt modelId="{0B75C3C4-8CBA-4616-9E05-F48422F39CB6}" type="pres">
      <dgm:prSet presAssocID="{EC406952-4497-42FA-976F-E12A0F2A392F}" presName="parTxOnlySpace" presStyleCnt="0"/>
      <dgm:spPr/>
    </dgm:pt>
    <dgm:pt modelId="{96B238D0-9787-4C8A-B18A-40E9ED17DC33}" type="pres">
      <dgm:prSet presAssocID="{451DE42F-D56E-46AC-8AFF-1AA78D8EBFCE}" presName="parTxOnly" presStyleLbl="node1" presStyleIdx="6" presStyleCnt="10">
        <dgm:presLayoutVars>
          <dgm:chMax val="0"/>
          <dgm:chPref val="0"/>
          <dgm:bulletEnabled val="1"/>
        </dgm:presLayoutVars>
      </dgm:prSet>
      <dgm:spPr/>
    </dgm:pt>
    <dgm:pt modelId="{251F1B75-6043-4E60-8553-DB29A5CADCC1}" type="pres">
      <dgm:prSet presAssocID="{5164DE7E-BCD4-463B-B4D0-C685C6D80CDB}" presName="parTxOnlySpace" presStyleCnt="0"/>
      <dgm:spPr/>
    </dgm:pt>
    <dgm:pt modelId="{0BD6F80A-8CB4-40BA-A958-324DF45D1479}" type="pres">
      <dgm:prSet presAssocID="{11199643-A83D-4EEA-AA9E-E788C2C3B38B}" presName="parTxOnly" presStyleLbl="node1" presStyleIdx="7" presStyleCnt="10">
        <dgm:presLayoutVars>
          <dgm:chMax val="0"/>
          <dgm:chPref val="0"/>
          <dgm:bulletEnabled val="1"/>
        </dgm:presLayoutVars>
      </dgm:prSet>
      <dgm:spPr/>
    </dgm:pt>
    <dgm:pt modelId="{D55ACB6C-D66F-4911-B88E-22E00E41AC3A}" type="pres">
      <dgm:prSet presAssocID="{E41601FB-F3F0-40A5-BF7B-08903F8CFFCE}" presName="parTxOnlySpace" presStyleCnt="0"/>
      <dgm:spPr/>
    </dgm:pt>
    <dgm:pt modelId="{8DB05974-13D3-4A74-8C66-8B3F08E3E921}" type="pres">
      <dgm:prSet presAssocID="{1657F78E-A484-4163-80AC-22B5BFA79068}" presName="parTxOnly" presStyleLbl="node1" presStyleIdx="8" presStyleCnt="10">
        <dgm:presLayoutVars>
          <dgm:chMax val="0"/>
          <dgm:chPref val="0"/>
          <dgm:bulletEnabled val="1"/>
        </dgm:presLayoutVars>
      </dgm:prSet>
      <dgm:spPr/>
    </dgm:pt>
    <dgm:pt modelId="{C556DE62-C07A-463C-B9D5-FA22C5062193}" type="pres">
      <dgm:prSet presAssocID="{020CDCC7-FDF5-410C-9EF1-37592D591394}" presName="parTxOnlySpace" presStyleCnt="0"/>
      <dgm:spPr/>
    </dgm:pt>
    <dgm:pt modelId="{F5B21F75-A6F3-4C2C-B6C0-48811B8E5F8D}" type="pres">
      <dgm:prSet presAssocID="{8A32E0D7-9FFD-465A-B81E-1CA2E89E09B3}" presName="parTxOnly" presStyleLbl="node1" presStyleIdx="9" presStyleCnt="10">
        <dgm:presLayoutVars>
          <dgm:chMax val="0"/>
          <dgm:chPref val="0"/>
          <dgm:bulletEnabled val="1"/>
        </dgm:presLayoutVars>
      </dgm:prSet>
      <dgm:spPr/>
    </dgm:pt>
  </dgm:ptLst>
  <dgm:cxnLst>
    <dgm:cxn modelId="{C3C3C304-AA19-4845-A549-A942E60FF420}" type="presOf" srcId="{530A1ACD-7826-4319-9F48-3EEDA97242A2}" destId="{2CF38251-C0F7-4B60-A4DF-84F24A0C830B}" srcOrd="0" destOrd="0" presId="urn:microsoft.com/office/officeart/2005/8/layout/chevron1"/>
    <dgm:cxn modelId="{BFAEF60E-04D2-4A12-B27D-B125A9B46946}" srcId="{530A1ACD-7826-4319-9F48-3EEDA97242A2}" destId="{11199643-A83D-4EEA-AA9E-E788C2C3B38B}" srcOrd="7" destOrd="0" parTransId="{3DEF2BC1-E97D-45C5-A4DC-C969BCB714B8}" sibTransId="{E41601FB-F3F0-40A5-BF7B-08903F8CFFCE}"/>
    <dgm:cxn modelId="{69A7D512-68C3-467F-822C-D648A6726BF0}" srcId="{530A1ACD-7826-4319-9F48-3EEDA97242A2}" destId="{88243027-CCA9-4707-98E7-6B509AE1C6A3}" srcOrd="0" destOrd="0" parTransId="{4BE953AD-DD69-4D9E-901D-B04FD22B9038}" sibTransId="{0171EC73-74AD-4B30-BC5A-36973E5CC68F}"/>
    <dgm:cxn modelId="{BBD64A2E-7707-4B32-BB68-AD2711E35C56}" srcId="{530A1ACD-7826-4319-9F48-3EEDA97242A2}" destId="{1657F78E-A484-4163-80AC-22B5BFA79068}" srcOrd="8" destOrd="0" parTransId="{56D0568A-7625-49D5-BD31-89C8B0B0B23C}" sibTransId="{020CDCC7-FDF5-410C-9EF1-37592D591394}"/>
    <dgm:cxn modelId="{47BB8632-7D47-4DD6-8B84-E727BC128ACE}" type="presOf" srcId="{4CEF764E-2C00-4D03-8B78-2F3E6082341E}" destId="{2444E142-E3F1-456A-9EB1-D32B601E8BC1}" srcOrd="0" destOrd="0" presId="urn:microsoft.com/office/officeart/2005/8/layout/chevron1"/>
    <dgm:cxn modelId="{3E5E4C35-82C3-47D8-982E-D3851AD224C7}" srcId="{530A1ACD-7826-4319-9F48-3EEDA97242A2}" destId="{BF3DE0DF-5E77-4AD5-A48E-4454C2A75155}" srcOrd="5" destOrd="0" parTransId="{8B6FE0B3-AE57-4916-B5C9-CB6880A6772E}" sibTransId="{EC406952-4497-42FA-976F-E12A0F2A392F}"/>
    <dgm:cxn modelId="{1022803F-32D8-4E65-AE4C-552E4612DCB1}" type="presOf" srcId="{88243027-CCA9-4707-98E7-6B509AE1C6A3}" destId="{0A2193EA-89A6-419E-8BD8-D2199CC2A5D0}" srcOrd="0" destOrd="0" presId="urn:microsoft.com/office/officeart/2005/8/layout/chevron1"/>
    <dgm:cxn modelId="{04FEAF40-6A2A-421C-BE29-24B4343AFCDD}" srcId="{530A1ACD-7826-4319-9F48-3EEDA97242A2}" destId="{378D5F2D-3761-4E83-B3FC-D4C0463F4556}" srcOrd="1" destOrd="0" parTransId="{298498EC-1BD9-4B00-A5EE-4450D84F0003}" sibTransId="{95CF2E63-3AC8-49DF-A37D-67B980B09B4B}"/>
    <dgm:cxn modelId="{22E17069-2F94-48D9-9BBC-7D6ADE21C0BA}" srcId="{530A1ACD-7826-4319-9F48-3EEDA97242A2}" destId="{8270169F-70D2-4776-890F-44EEB4EC53EB}" srcOrd="3" destOrd="0" parTransId="{9B2E2178-F456-48C0-82B2-FDCA8ABA92E9}" sibTransId="{E962021A-6384-4C2C-A5ED-DE2A1D35C327}"/>
    <dgm:cxn modelId="{1CBE644B-59AC-4C95-A2F3-83B9EDFDD63A}" type="presOf" srcId="{7E35BD99-6FFA-4E99-BEB6-62A115D8191E}" destId="{EE8A6EC1-2466-49BA-9D42-6876390F5A0C}" srcOrd="0" destOrd="0" presId="urn:microsoft.com/office/officeart/2005/8/layout/chevron1"/>
    <dgm:cxn modelId="{A556A470-4004-4C62-879E-0658E5E928B5}" type="presOf" srcId="{451DE42F-D56E-46AC-8AFF-1AA78D8EBFCE}" destId="{96B238D0-9787-4C8A-B18A-40E9ED17DC33}" srcOrd="0" destOrd="0" presId="urn:microsoft.com/office/officeart/2005/8/layout/chevron1"/>
    <dgm:cxn modelId="{4FA7597E-118B-4408-A2DE-7B46394AB8F0}" type="presOf" srcId="{378D5F2D-3761-4E83-B3FC-D4C0463F4556}" destId="{BDA3B55A-27F8-413B-9A66-D3483802D1F5}" srcOrd="0" destOrd="0" presId="urn:microsoft.com/office/officeart/2005/8/layout/chevron1"/>
    <dgm:cxn modelId="{2DAA1486-9109-4EEF-AD30-B7399D96D59D}" srcId="{530A1ACD-7826-4319-9F48-3EEDA97242A2}" destId="{8A32E0D7-9FFD-465A-B81E-1CA2E89E09B3}" srcOrd="9" destOrd="0" parTransId="{FE07D2F7-E1B9-4402-9222-C846B3C52271}" sibTransId="{4D3736B4-7802-4DBF-97ED-1BEFED4D2149}"/>
    <dgm:cxn modelId="{AB84F4AC-5771-4A75-917B-31D42A96EAFF}" type="presOf" srcId="{BF3DE0DF-5E77-4AD5-A48E-4454C2A75155}" destId="{F9EEE335-F66F-48F4-88C9-E58E3C1FB0B0}" srcOrd="0" destOrd="0" presId="urn:microsoft.com/office/officeart/2005/8/layout/chevron1"/>
    <dgm:cxn modelId="{79FDBBB2-E248-4FA0-BFE8-EE0A887007E4}" type="presOf" srcId="{1657F78E-A484-4163-80AC-22B5BFA79068}" destId="{8DB05974-13D3-4A74-8C66-8B3F08E3E921}" srcOrd="0" destOrd="0" presId="urn:microsoft.com/office/officeart/2005/8/layout/chevron1"/>
    <dgm:cxn modelId="{912F72B8-897E-4EE1-96B3-9E8E6084D5D1}" srcId="{530A1ACD-7826-4319-9F48-3EEDA97242A2}" destId="{451DE42F-D56E-46AC-8AFF-1AA78D8EBFCE}" srcOrd="6" destOrd="0" parTransId="{7D4C3D07-713C-4F95-B9CB-3EF9BF8C4867}" sibTransId="{5164DE7E-BCD4-463B-B4D0-C685C6D80CDB}"/>
    <dgm:cxn modelId="{D4334BBA-A98D-4FFB-93B3-52CD45E9523B}" srcId="{530A1ACD-7826-4319-9F48-3EEDA97242A2}" destId="{4CEF764E-2C00-4D03-8B78-2F3E6082341E}" srcOrd="2" destOrd="0" parTransId="{3F2FC67A-CBC6-432B-B5A1-C8BE0FFA48F7}" sibTransId="{752FEBB8-6202-4E66-9980-41EC84F98189}"/>
    <dgm:cxn modelId="{AB90ACC0-056F-43FC-ADF1-A60A4524C122}" type="presOf" srcId="{8270169F-70D2-4776-890F-44EEB4EC53EB}" destId="{D417202F-C8CB-4AA7-BB09-06D70E6338E7}" srcOrd="0" destOrd="0" presId="urn:microsoft.com/office/officeart/2005/8/layout/chevron1"/>
    <dgm:cxn modelId="{D4D263D0-722E-47C3-9AFC-E05C0F3304CC}" srcId="{530A1ACD-7826-4319-9F48-3EEDA97242A2}" destId="{7E35BD99-6FFA-4E99-BEB6-62A115D8191E}" srcOrd="4" destOrd="0" parTransId="{66E5B64D-100F-4695-8CD5-5C887B337E41}" sibTransId="{59C9A87F-0846-4535-A80A-2004EF5910EC}"/>
    <dgm:cxn modelId="{AB743BE2-5A33-451E-B63F-9D0927BB6932}" type="presOf" srcId="{8A32E0D7-9FFD-465A-B81E-1CA2E89E09B3}" destId="{F5B21F75-A6F3-4C2C-B6C0-48811B8E5F8D}" srcOrd="0" destOrd="0" presId="urn:microsoft.com/office/officeart/2005/8/layout/chevron1"/>
    <dgm:cxn modelId="{A5EE62E6-DCB4-4B0D-96DF-31B115874814}" type="presOf" srcId="{11199643-A83D-4EEA-AA9E-E788C2C3B38B}" destId="{0BD6F80A-8CB4-40BA-A958-324DF45D1479}" srcOrd="0" destOrd="0" presId="urn:microsoft.com/office/officeart/2005/8/layout/chevron1"/>
    <dgm:cxn modelId="{D3660B49-F6AA-4A7B-9C40-8188570A2246}" type="presParOf" srcId="{2CF38251-C0F7-4B60-A4DF-84F24A0C830B}" destId="{0A2193EA-89A6-419E-8BD8-D2199CC2A5D0}" srcOrd="0" destOrd="0" presId="urn:microsoft.com/office/officeart/2005/8/layout/chevron1"/>
    <dgm:cxn modelId="{6A2C4B40-358E-4368-8E24-F97CC081805A}" type="presParOf" srcId="{2CF38251-C0F7-4B60-A4DF-84F24A0C830B}" destId="{6E6DF10D-C1B7-41FA-978A-8C041BD820BC}" srcOrd="1" destOrd="0" presId="urn:microsoft.com/office/officeart/2005/8/layout/chevron1"/>
    <dgm:cxn modelId="{6B97C2DB-3E3F-447F-9219-940682FCB89B}" type="presParOf" srcId="{2CF38251-C0F7-4B60-A4DF-84F24A0C830B}" destId="{BDA3B55A-27F8-413B-9A66-D3483802D1F5}" srcOrd="2" destOrd="0" presId="urn:microsoft.com/office/officeart/2005/8/layout/chevron1"/>
    <dgm:cxn modelId="{5A1E313B-3CD2-4A1F-85BF-738AC3C776E3}" type="presParOf" srcId="{2CF38251-C0F7-4B60-A4DF-84F24A0C830B}" destId="{D76801A7-4C12-4F4E-A1C0-4C028ADB2F06}" srcOrd="3" destOrd="0" presId="urn:microsoft.com/office/officeart/2005/8/layout/chevron1"/>
    <dgm:cxn modelId="{5231EE8A-E04A-41BB-AB3E-DF5E6C705463}" type="presParOf" srcId="{2CF38251-C0F7-4B60-A4DF-84F24A0C830B}" destId="{2444E142-E3F1-456A-9EB1-D32B601E8BC1}" srcOrd="4" destOrd="0" presId="urn:microsoft.com/office/officeart/2005/8/layout/chevron1"/>
    <dgm:cxn modelId="{4197DCA9-F93C-4523-A7A2-11F9787821F0}" type="presParOf" srcId="{2CF38251-C0F7-4B60-A4DF-84F24A0C830B}" destId="{18AFCCE5-7F4E-4D3B-B83E-BB37E2246143}" srcOrd="5" destOrd="0" presId="urn:microsoft.com/office/officeart/2005/8/layout/chevron1"/>
    <dgm:cxn modelId="{21B0412E-AC87-4098-85A2-1924C16909EB}" type="presParOf" srcId="{2CF38251-C0F7-4B60-A4DF-84F24A0C830B}" destId="{D417202F-C8CB-4AA7-BB09-06D70E6338E7}" srcOrd="6" destOrd="0" presId="urn:microsoft.com/office/officeart/2005/8/layout/chevron1"/>
    <dgm:cxn modelId="{04DDDF27-4A86-4668-BB77-62C7C5B91CF3}" type="presParOf" srcId="{2CF38251-C0F7-4B60-A4DF-84F24A0C830B}" destId="{B457B2DF-9C4F-4C30-B56C-C5A9D1CB09E0}" srcOrd="7" destOrd="0" presId="urn:microsoft.com/office/officeart/2005/8/layout/chevron1"/>
    <dgm:cxn modelId="{35FDFF44-7155-4541-8EF9-5A0BDA3A6213}" type="presParOf" srcId="{2CF38251-C0F7-4B60-A4DF-84F24A0C830B}" destId="{EE8A6EC1-2466-49BA-9D42-6876390F5A0C}" srcOrd="8" destOrd="0" presId="urn:microsoft.com/office/officeart/2005/8/layout/chevron1"/>
    <dgm:cxn modelId="{B8295E89-F268-4EB7-A5D7-8EA79837E109}" type="presParOf" srcId="{2CF38251-C0F7-4B60-A4DF-84F24A0C830B}" destId="{933F1084-7979-4BD5-A0AC-5BA534BD4EB3}" srcOrd="9" destOrd="0" presId="urn:microsoft.com/office/officeart/2005/8/layout/chevron1"/>
    <dgm:cxn modelId="{B21C41BC-4917-4BAC-923E-F6CBD3CDACB3}" type="presParOf" srcId="{2CF38251-C0F7-4B60-A4DF-84F24A0C830B}" destId="{F9EEE335-F66F-48F4-88C9-E58E3C1FB0B0}" srcOrd="10" destOrd="0" presId="urn:microsoft.com/office/officeart/2005/8/layout/chevron1"/>
    <dgm:cxn modelId="{6F0AC548-C2C0-4316-82D6-ECB382DB1B36}" type="presParOf" srcId="{2CF38251-C0F7-4B60-A4DF-84F24A0C830B}" destId="{0B75C3C4-8CBA-4616-9E05-F48422F39CB6}" srcOrd="11" destOrd="0" presId="urn:microsoft.com/office/officeart/2005/8/layout/chevron1"/>
    <dgm:cxn modelId="{61E77B4C-2F3E-46ED-AB54-8671232E58B4}" type="presParOf" srcId="{2CF38251-C0F7-4B60-A4DF-84F24A0C830B}" destId="{96B238D0-9787-4C8A-B18A-40E9ED17DC33}" srcOrd="12" destOrd="0" presId="urn:microsoft.com/office/officeart/2005/8/layout/chevron1"/>
    <dgm:cxn modelId="{F0CDB806-E4D1-4132-B15C-4F3F71F3E6FB}" type="presParOf" srcId="{2CF38251-C0F7-4B60-A4DF-84F24A0C830B}" destId="{251F1B75-6043-4E60-8553-DB29A5CADCC1}" srcOrd="13" destOrd="0" presId="urn:microsoft.com/office/officeart/2005/8/layout/chevron1"/>
    <dgm:cxn modelId="{CCE3A4D3-E156-452B-8E03-0C520A7BD908}" type="presParOf" srcId="{2CF38251-C0F7-4B60-A4DF-84F24A0C830B}" destId="{0BD6F80A-8CB4-40BA-A958-324DF45D1479}" srcOrd="14" destOrd="0" presId="urn:microsoft.com/office/officeart/2005/8/layout/chevron1"/>
    <dgm:cxn modelId="{0CECB046-C13B-4E30-9B60-3E03E8AB9CA6}" type="presParOf" srcId="{2CF38251-C0F7-4B60-A4DF-84F24A0C830B}" destId="{D55ACB6C-D66F-4911-B88E-22E00E41AC3A}" srcOrd="15" destOrd="0" presId="urn:microsoft.com/office/officeart/2005/8/layout/chevron1"/>
    <dgm:cxn modelId="{72800D9D-20B9-4177-85C3-7839F1531F12}" type="presParOf" srcId="{2CF38251-C0F7-4B60-A4DF-84F24A0C830B}" destId="{8DB05974-13D3-4A74-8C66-8B3F08E3E921}" srcOrd="16" destOrd="0" presId="urn:microsoft.com/office/officeart/2005/8/layout/chevron1"/>
    <dgm:cxn modelId="{789D13C7-00F5-400C-9905-73A8E174B7B0}" type="presParOf" srcId="{2CF38251-C0F7-4B60-A4DF-84F24A0C830B}" destId="{C556DE62-C07A-463C-B9D5-FA22C5062193}" srcOrd="17" destOrd="0" presId="urn:microsoft.com/office/officeart/2005/8/layout/chevron1"/>
    <dgm:cxn modelId="{A44BCF0F-ED24-4E12-9B5A-670A47B3327F}" type="presParOf" srcId="{2CF38251-C0F7-4B60-A4DF-84F24A0C830B}" destId="{F5B21F75-A6F3-4C2C-B6C0-48811B8E5F8D}" srcOrd="1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2193EA-89A6-419E-8BD8-D2199CC2A5D0}">
      <dsp:nvSpPr>
        <dsp:cNvPr id="0" name=""/>
        <dsp:cNvSpPr/>
      </dsp:nvSpPr>
      <dsp:spPr>
        <a:xfrm>
          <a:off x="1229" y="302820"/>
          <a:ext cx="1106698" cy="44267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004" tIns="9335" rIns="9335" bIns="933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1990-Early Internet and Data Collection</a:t>
          </a:r>
        </a:p>
      </dsp:txBody>
      <dsp:txXfrm>
        <a:off x="222569" y="302820"/>
        <a:ext cx="664019" cy="442679"/>
      </dsp:txXfrm>
    </dsp:sp>
    <dsp:sp modelId="{BDA3B55A-27F8-413B-9A66-D3483802D1F5}">
      <dsp:nvSpPr>
        <dsp:cNvPr id="0" name=""/>
        <dsp:cNvSpPr/>
      </dsp:nvSpPr>
      <dsp:spPr>
        <a:xfrm>
          <a:off x="997258" y="302820"/>
          <a:ext cx="1106698" cy="44267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004" tIns="9335" rIns="9335" bIns="933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2000-Social media and Targeted Advertising</a:t>
          </a:r>
        </a:p>
      </dsp:txBody>
      <dsp:txXfrm>
        <a:off x="1218598" y="302820"/>
        <a:ext cx="664019" cy="442679"/>
      </dsp:txXfrm>
    </dsp:sp>
    <dsp:sp modelId="{2444E142-E3F1-456A-9EB1-D32B601E8BC1}">
      <dsp:nvSpPr>
        <dsp:cNvPr id="0" name=""/>
        <dsp:cNvSpPr/>
      </dsp:nvSpPr>
      <dsp:spPr>
        <a:xfrm>
          <a:off x="1993287" y="302820"/>
          <a:ext cx="1106698" cy="44267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004" tIns="9335" rIns="9335" bIns="933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2007-iPhone and Mobile Data</a:t>
          </a:r>
        </a:p>
      </dsp:txBody>
      <dsp:txXfrm>
        <a:off x="2214627" y="302820"/>
        <a:ext cx="664019" cy="442679"/>
      </dsp:txXfrm>
    </dsp:sp>
    <dsp:sp modelId="{D417202F-C8CB-4AA7-BB09-06D70E6338E7}">
      <dsp:nvSpPr>
        <dsp:cNvPr id="0" name=""/>
        <dsp:cNvSpPr/>
      </dsp:nvSpPr>
      <dsp:spPr>
        <a:xfrm>
          <a:off x="2989316" y="302820"/>
          <a:ext cx="1106698" cy="44267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004" tIns="9335" rIns="9335" bIns="933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2013-Snowden Revelations</a:t>
          </a:r>
        </a:p>
      </dsp:txBody>
      <dsp:txXfrm>
        <a:off x="3210656" y="302820"/>
        <a:ext cx="664019" cy="442679"/>
      </dsp:txXfrm>
    </dsp:sp>
    <dsp:sp modelId="{EE8A6EC1-2466-49BA-9D42-6876390F5A0C}">
      <dsp:nvSpPr>
        <dsp:cNvPr id="0" name=""/>
        <dsp:cNvSpPr/>
      </dsp:nvSpPr>
      <dsp:spPr>
        <a:xfrm>
          <a:off x="3985344" y="302820"/>
          <a:ext cx="1106698" cy="44267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004" tIns="9335" rIns="9335" bIns="933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2014-Facebook-Cambridge Analytica Scandal</a:t>
          </a:r>
        </a:p>
      </dsp:txBody>
      <dsp:txXfrm>
        <a:off x="4206684" y="302820"/>
        <a:ext cx="664019" cy="442679"/>
      </dsp:txXfrm>
    </dsp:sp>
    <dsp:sp modelId="{F9EEE335-F66F-48F4-88C9-E58E3C1FB0B0}">
      <dsp:nvSpPr>
        <dsp:cNvPr id="0" name=""/>
        <dsp:cNvSpPr/>
      </dsp:nvSpPr>
      <dsp:spPr>
        <a:xfrm>
          <a:off x="4981373" y="302820"/>
          <a:ext cx="1106698" cy="44267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004" tIns="9335" rIns="9335" bIns="933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2016-General Data Protection Regulation (GDPR)</a:t>
          </a:r>
        </a:p>
      </dsp:txBody>
      <dsp:txXfrm>
        <a:off x="5202713" y="302820"/>
        <a:ext cx="664019" cy="442679"/>
      </dsp:txXfrm>
    </dsp:sp>
    <dsp:sp modelId="{96B238D0-9787-4C8A-B18A-40E9ED17DC33}">
      <dsp:nvSpPr>
        <dsp:cNvPr id="0" name=""/>
        <dsp:cNvSpPr/>
      </dsp:nvSpPr>
      <dsp:spPr>
        <a:xfrm>
          <a:off x="5977402" y="302820"/>
          <a:ext cx="1106698" cy="44267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004" tIns="9335" rIns="9335" bIns="933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2017-Equifax Data Breach</a:t>
          </a:r>
        </a:p>
      </dsp:txBody>
      <dsp:txXfrm>
        <a:off x="6198742" y="302820"/>
        <a:ext cx="664019" cy="442679"/>
      </dsp:txXfrm>
    </dsp:sp>
    <dsp:sp modelId="{0BD6F80A-8CB4-40BA-A958-324DF45D1479}">
      <dsp:nvSpPr>
        <dsp:cNvPr id="0" name=""/>
        <dsp:cNvSpPr/>
      </dsp:nvSpPr>
      <dsp:spPr>
        <a:xfrm>
          <a:off x="6973431" y="302820"/>
          <a:ext cx="1106698" cy="44267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004" tIns="9335" rIns="9335" bIns="933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2018-California Consumer Privacy Act</a:t>
          </a:r>
        </a:p>
      </dsp:txBody>
      <dsp:txXfrm>
        <a:off x="7194771" y="302820"/>
        <a:ext cx="664019" cy="442679"/>
      </dsp:txXfrm>
    </dsp:sp>
    <dsp:sp modelId="{8DB05974-13D3-4A74-8C66-8B3F08E3E921}">
      <dsp:nvSpPr>
        <dsp:cNvPr id="0" name=""/>
        <dsp:cNvSpPr/>
      </dsp:nvSpPr>
      <dsp:spPr>
        <a:xfrm>
          <a:off x="7969459" y="302820"/>
          <a:ext cx="1106698" cy="44267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004" tIns="9335" rIns="9335" bIns="933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2020-COVID-19 and Contact Tracing</a:t>
          </a:r>
        </a:p>
      </dsp:txBody>
      <dsp:txXfrm>
        <a:off x="8190799" y="302820"/>
        <a:ext cx="664019" cy="442679"/>
      </dsp:txXfrm>
    </dsp:sp>
    <dsp:sp modelId="{F5B21F75-A6F3-4C2C-B6C0-48811B8E5F8D}">
      <dsp:nvSpPr>
        <dsp:cNvPr id="0" name=""/>
        <dsp:cNvSpPr/>
      </dsp:nvSpPr>
      <dsp:spPr>
        <a:xfrm>
          <a:off x="8965488" y="302820"/>
          <a:ext cx="1106698" cy="442679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004" tIns="9335" rIns="9335" bIns="933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2023-Introduction of AI Regulation</a:t>
          </a:r>
        </a:p>
      </dsp:txBody>
      <dsp:txXfrm>
        <a:off x="9186828" y="302820"/>
        <a:ext cx="664019" cy="4426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77FEBDBB-01A9-4012-93CB-D7A041EA1AA9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6FE70AFB-6B6D-4B1A-81C0-153A80AAA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8185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BDBB-01A9-4012-93CB-D7A041EA1AA9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70AFB-6B6D-4B1A-81C0-153A80AAA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256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BDBB-01A9-4012-93CB-D7A041EA1AA9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70AFB-6B6D-4B1A-81C0-153A80AAA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317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BDBB-01A9-4012-93CB-D7A041EA1AA9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70AFB-6B6D-4B1A-81C0-153A80AAA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668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BDBB-01A9-4012-93CB-D7A041EA1AA9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70AFB-6B6D-4B1A-81C0-153A80AAA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706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BDBB-01A9-4012-93CB-D7A041EA1AA9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70AFB-6B6D-4B1A-81C0-153A80AAA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018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BDBB-01A9-4012-93CB-D7A041EA1AA9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70AFB-6B6D-4B1A-81C0-153A80AAA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920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BDBB-01A9-4012-93CB-D7A041EA1AA9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70AFB-6B6D-4B1A-81C0-153A80AAA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086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BDBB-01A9-4012-93CB-D7A041EA1AA9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70AFB-6B6D-4B1A-81C0-153A80AAA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746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BDBB-01A9-4012-93CB-D7A041EA1AA9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70AFB-6B6D-4B1A-81C0-153A80AAA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957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BDBB-01A9-4012-93CB-D7A041EA1AA9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70AFB-6B6D-4B1A-81C0-153A80AAA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2268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BDBB-01A9-4012-93CB-D7A041EA1AA9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70AFB-6B6D-4B1A-81C0-153A80AAA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3928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BDBB-01A9-4012-93CB-D7A041EA1AA9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70AFB-6B6D-4B1A-81C0-153A80AAA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7832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BDBB-01A9-4012-93CB-D7A041EA1AA9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70AFB-6B6D-4B1A-81C0-153A80AAA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904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BDBB-01A9-4012-93CB-D7A041EA1AA9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70AFB-6B6D-4B1A-81C0-153A80AAA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8540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BDBB-01A9-4012-93CB-D7A041EA1AA9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70AFB-6B6D-4B1A-81C0-153A80AAA96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837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BDBB-01A9-4012-93CB-D7A041EA1AA9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70AFB-6B6D-4B1A-81C0-153A80AAA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644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7FEBDBB-01A9-4012-93CB-D7A041EA1AA9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FE70AFB-6B6D-4B1A-81C0-153A80AAA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906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6C2D8-5822-8730-C314-5FE9ECD961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Technology and privacy concerns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72D092-A589-C599-966C-8D8ED951AF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Keith Brock</a:t>
            </a:r>
          </a:p>
        </p:txBody>
      </p:sp>
    </p:spTree>
    <p:extLst>
      <p:ext uri="{BB962C8B-B14F-4D97-AF65-F5344CB8AC3E}">
        <p14:creationId xmlns:p14="http://schemas.microsoft.com/office/powerpoint/2010/main" val="3169197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00659-ABDA-A03C-E193-A67172696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is the problem?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FA144-62D7-C0BC-C632-A37BB5198C5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Privacy Concerns</a:t>
            </a:r>
          </a:p>
          <a:p>
            <a:pPr lvl="1"/>
            <a:r>
              <a:rPr lang="en-US" sz="1400" dirty="0"/>
              <a:t>Misuse of personal information</a:t>
            </a:r>
          </a:p>
          <a:p>
            <a:r>
              <a:rPr lang="en-US" dirty="0"/>
              <a:t>Key Issues</a:t>
            </a:r>
          </a:p>
          <a:p>
            <a:pPr lvl="1"/>
            <a:r>
              <a:rPr lang="en-US" dirty="0"/>
              <a:t>Data Collection: Companies gather personal data.</a:t>
            </a:r>
          </a:p>
          <a:p>
            <a:pPr lvl="1"/>
            <a:r>
              <a:rPr lang="en-US" dirty="0"/>
              <a:t>Surveillance:  Monitoring activities.</a:t>
            </a:r>
          </a:p>
          <a:p>
            <a:pPr lvl="1"/>
            <a:r>
              <a:rPr lang="en-US" dirty="0"/>
              <a:t>Data Breaches:  Unauthorized data access.</a:t>
            </a:r>
          </a:p>
          <a:p>
            <a:r>
              <a:rPr lang="en-US" dirty="0"/>
              <a:t>Implications:</a:t>
            </a:r>
          </a:p>
          <a:p>
            <a:pPr lvl="1"/>
            <a:r>
              <a:rPr lang="en-US" dirty="0"/>
              <a:t>Loss of Trust</a:t>
            </a:r>
          </a:p>
          <a:p>
            <a:pPr lvl="1"/>
            <a:r>
              <a:rPr lang="en-US" dirty="0"/>
              <a:t>Financial Losses</a:t>
            </a:r>
          </a:p>
          <a:p>
            <a:pPr lvl="1"/>
            <a:endParaRPr lang="en-US" dirty="0"/>
          </a:p>
        </p:txBody>
      </p:sp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C6984D11-229C-E9FA-D768-93A5DC98454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61391377"/>
              </p:ext>
            </p:extLst>
          </p:nvPr>
        </p:nvGraphicFramePr>
        <p:xfrm>
          <a:off x="5821363" y="2141538"/>
          <a:ext cx="4995862" cy="36496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965BF1E1-5738-2EC2-93DD-AEDC2D741C8D}"/>
              </a:ext>
            </a:extLst>
          </p:cNvPr>
          <p:cNvSpPr txBox="1"/>
          <p:nvPr/>
        </p:nvSpPr>
        <p:spPr>
          <a:xfrm>
            <a:off x="7931206" y="2449984"/>
            <a:ext cx="7761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In Millions</a:t>
            </a:r>
          </a:p>
        </p:txBody>
      </p:sp>
    </p:spTree>
    <p:extLst>
      <p:ext uri="{BB962C8B-B14F-4D97-AF65-F5344CB8AC3E}">
        <p14:creationId xmlns:p14="http://schemas.microsoft.com/office/powerpoint/2010/main" val="3224696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828DC-69FF-8DF2-83EA-42D4B1BE7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Why does it Exist?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40209-4FFE-3DB7-19F2-909047A35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Growth of Digital Data</a:t>
            </a:r>
          </a:p>
          <a:p>
            <a:pPr lvl="1"/>
            <a:r>
              <a:rPr lang="en-US" dirty="0"/>
              <a:t>Increased online activity generates more data.</a:t>
            </a:r>
          </a:p>
          <a:p>
            <a:r>
              <a:rPr lang="en-US" dirty="0"/>
              <a:t>Advancements in Tracking Technology</a:t>
            </a:r>
          </a:p>
          <a:p>
            <a:pPr lvl="1"/>
            <a:r>
              <a:rPr lang="en-US" dirty="0"/>
              <a:t>Improved methods for collecting and analyzing data.</a:t>
            </a:r>
          </a:p>
          <a:p>
            <a:r>
              <a:rPr lang="en-US" dirty="0"/>
              <a:t>Economic Incentives</a:t>
            </a:r>
          </a:p>
          <a:p>
            <a:pPr lvl="1"/>
            <a:r>
              <a:rPr lang="en-US" dirty="0"/>
              <a:t>Companies profit from data-driven advertising.</a:t>
            </a:r>
          </a:p>
          <a:p>
            <a:r>
              <a:rPr lang="en-US" dirty="0"/>
              <a:t>Lack of Stringent Regulations</a:t>
            </a:r>
          </a:p>
          <a:p>
            <a:pPr lvl="1"/>
            <a:r>
              <a:rPr lang="en-US" dirty="0"/>
              <a:t>Insufficient legal frameworks to protect privacy</a:t>
            </a:r>
          </a:p>
        </p:txBody>
      </p:sp>
    </p:spTree>
    <p:extLst>
      <p:ext uri="{BB962C8B-B14F-4D97-AF65-F5344CB8AC3E}">
        <p14:creationId xmlns:p14="http://schemas.microsoft.com/office/powerpoint/2010/main" val="1920033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382B5-0ADE-C24F-06B9-6EE5FE4FA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Who is causing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96617-177F-A5C3-FC71-FD7E46892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 Companies</a:t>
            </a:r>
          </a:p>
          <a:p>
            <a:pPr lvl="1"/>
            <a:r>
              <a:rPr lang="en-US" dirty="0"/>
              <a:t>Collect and use data for profit.</a:t>
            </a:r>
          </a:p>
          <a:p>
            <a:r>
              <a:rPr lang="en-US" dirty="0"/>
              <a:t>Advertisers</a:t>
            </a:r>
          </a:p>
          <a:p>
            <a:pPr lvl="1"/>
            <a:r>
              <a:rPr lang="en-US" dirty="0"/>
              <a:t>Use data for targeted ads.</a:t>
            </a:r>
          </a:p>
          <a:p>
            <a:r>
              <a:rPr lang="en-US" dirty="0"/>
              <a:t>Governments</a:t>
            </a:r>
          </a:p>
          <a:p>
            <a:pPr lvl="1"/>
            <a:r>
              <a:rPr lang="en-US" dirty="0"/>
              <a:t>Monitor for security and law enforcement</a:t>
            </a:r>
          </a:p>
          <a:p>
            <a:r>
              <a:rPr lang="en-US" dirty="0"/>
              <a:t>Consumers</a:t>
            </a:r>
          </a:p>
          <a:p>
            <a:pPr lvl="1"/>
            <a:r>
              <a:rPr lang="en-US" dirty="0"/>
              <a:t>Often do not know they contribute by sharing data.</a:t>
            </a:r>
          </a:p>
        </p:txBody>
      </p:sp>
    </p:spTree>
    <p:extLst>
      <p:ext uri="{BB962C8B-B14F-4D97-AF65-F5344CB8AC3E}">
        <p14:creationId xmlns:p14="http://schemas.microsoft.com/office/powerpoint/2010/main" val="609174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E177F25-C7E5-0744-1F2C-B4DAE178A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pPr algn="ctr"/>
            <a:r>
              <a:rPr lang="en-US" dirty="0"/>
              <a:t>When did it become significant?</a:t>
            </a:r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165E4FE7-0FEC-4F68-8817-EF306850A5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3473609"/>
              </p:ext>
            </p:extLst>
          </p:nvPr>
        </p:nvGraphicFramePr>
        <p:xfrm>
          <a:off x="685801" y="1748275"/>
          <a:ext cx="10073417" cy="1048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9BA4194-87CF-FFDA-DF52-8963A9EBB80D}"/>
              </a:ext>
            </a:extLst>
          </p:cNvPr>
          <p:cNvSpPr txBox="1"/>
          <p:nvPr/>
        </p:nvSpPr>
        <p:spPr>
          <a:xfrm>
            <a:off x="685801" y="3003504"/>
            <a:ext cx="1007341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Growth and Regulation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Rise of the internet and social media.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Implementation of GDPR and CCPA.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Major Breaches and Scandals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High-profile events such as the Equifax breach and Facebook-Cambridge Analytica scandal have highlighted vulnerabilities and misuse of personal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Technological Advances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Smartphones and AI have increased data collection capabilities.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Government Surveillance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Edward Snowden brought attention to mass surveillance practices and their privacy implications.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931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AD77D-33A2-1318-215A-EA2D7C869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extent is it occurring?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2252A-9620-9F45-E6E5-4C1CA51BD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Statistics on Data Breaches</a:t>
            </a:r>
          </a:p>
          <a:p>
            <a:pPr lvl="1"/>
            <a:r>
              <a:rPr lang="en-US" dirty="0"/>
              <a:t>Equifax breach affected 147 million people</a:t>
            </a:r>
          </a:p>
          <a:p>
            <a:r>
              <a:rPr lang="en-US" dirty="0"/>
              <a:t>Impact on Society</a:t>
            </a:r>
          </a:p>
          <a:p>
            <a:pPr lvl="1"/>
            <a:r>
              <a:rPr lang="en-US" dirty="0"/>
              <a:t>Loss of Trust</a:t>
            </a:r>
          </a:p>
          <a:p>
            <a:pPr lvl="1"/>
            <a:r>
              <a:rPr lang="en-US" dirty="0"/>
              <a:t>Behavioral Changes</a:t>
            </a:r>
          </a:p>
        </p:txBody>
      </p:sp>
    </p:spTree>
    <p:extLst>
      <p:ext uri="{BB962C8B-B14F-4D97-AF65-F5344CB8AC3E}">
        <p14:creationId xmlns:p14="http://schemas.microsoft.com/office/powerpoint/2010/main" val="2040102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27612-00EC-283A-60DB-0B01196F3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Root Causes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320A5-DF81-D848-B7FE-B082280F9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Economic Incentives</a:t>
            </a:r>
          </a:p>
          <a:p>
            <a:pPr lvl="1"/>
            <a:r>
              <a:rPr lang="en-US" dirty="0"/>
              <a:t>Companies profit from collecting and using personal data for targeted advertising and other business purposes.</a:t>
            </a:r>
          </a:p>
          <a:p>
            <a:r>
              <a:rPr lang="en-US" dirty="0"/>
              <a:t>Regulatory Gaps</a:t>
            </a:r>
          </a:p>
          <a:p>
            <a:pPr lvl="1"/>
            <a:r>
              <a:rPr lang="en-US" dirty="0"/>
              <a:t>Lack of comprehensive and consistent privacy laws across different regions and industries</a:t>
            </a:r>
          </a:p>
          <a:p>
            <a:r>
              <a:rPr lang="en-US" dirty="0"/>
              <a:t>Technological Complexity</a:t>
            </a:r>
          </a:p>
          <a:p>
            <a:pPr lvl="1"/>
            <a:r>
              <a:rPr lang="en-US" dirty="0"/>
              <a:t>Rapid technological advancements outpace regulatory measures, making managing and protecting personal data difficult.</a:t>
            </a:r>
          </a:p>
          <a:p>
            <a:r>
              <a:rPr lang="en-US" dirty="0"/>
              <a:t>Consumer Behavior</a:t>
            </a:r>
          </a:p>
          <a:p>
            <a:pPr lvl="1"/>
            <a:r>
              <a:rPr lang="en-US" dirty="0"/>
              <a:t>Many users willingly share personal data in exchange for free services or convenience, often without fully understanding the implications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745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E3D9A-6A91-E9AC-2F30-AF90D56C3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Assumptions behind 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16E29-D0A9-5810-C42E-825D9F35C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Users Don’t Mind Sharing Data</a:t>
            </a:r>
          </a:p>
          <a:p>
            <a:pPr lvl="1"/>
            <a:r>
              <a:rPr lang="en-US" dirty="0"/>
              <a:t>Many believe that users are indifferent to data collection as long as they receive free or convenient services</a:t>
            </a:r>
          </a:p>
          <a:p>
            <a:r>
              <a:rPr lang="en-US" dirty="0"/>
              <a:t>Companies Will Self-Regulate</a:t>
            </a:r>
          </a:p>
          <a:p>
            <a:pPr lvl="1"/>
            <a:r>
              <a:rPr lang="en-US" dirty="0"/>
              <a:t>There’s an assumption that tech companies will implement sufficient privacy measures without the need for external regulation</a:t>
            </a:r>
          </a:p>
          <a:p>
            <a:r>
              <a:rPr lang="en-US" dirty="0"/>
              <a:t>Privacy is Less Important Than Convenience</a:t>
            </a:r>
          </a:p>
          <a:p>
            <a:pPr lvl="1"/>
            <a:r>
              <a:rPr lang="en-US" dirty="0"/>
              <a:t>It is often assumed that users prioritize convenience and benefits over their privacy concerns.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69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72F6F-9858-C775-6F14-0008B6139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Assumptions behind 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7EAB7-53BE-EDC2-8873-7006DB6FE89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u="sng" dirty="0"/>
              <a:t>Common Assumptions</a:t>
            </a:r>
          </a:p>
          <a:p>
            <a:r>
              <a:rPr lang="en-US" dirty="0"/>
              <a:t>Users Don’t Mind Sharing Data</a:t>
            </a:r>
          </a:p>
          <a:p>
            <a:pPr lvl="1"/>
            <a:r>
              <a:rPr lang="en-US" dirty="0"/>
              <a:t>Many believe that users are indifferent to data collection as long as they receive free or convenient services</a:t>
            </a:r>
          </a:p>
          <a:p>
            <a:r>
              <a:rPr lang="en-US" dirty="0"/>
              <a:t>Companies Will Self-Regulate</a:t>
            </a:r>
          </a:p>
          <a:p>
            <a:pPr lvl="1"/>
            <a:r>
              <a:rPr lang="en-US" dirty="0"/>
              <a:t>There’s an assumption that tech companies will implement sufficient privacy measures without the need for external regulation</a:t>
            </a:r>
          </a:p>
          <a:p>
            <a:r>
              <a:rPr lang="en-US" dirty="0"/>
              <a:t>Privacy is Less Important Than Convenience</a:t>
            </a:r>
          </a:p>
          <a:p>
            <a:pPr lvl="1"/>
            <a:r>
              <a:rPr lang="en-US" dirty="0"/>
              <a:t>It is often assumed that users prioritize convenience and benefits over their privacy concerns.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FB61DD-7A6C-6E47-D831-F398793B0AF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457200" lvl="1" indent="0" algn="ctr">
              <a:buNone/>
            </a:pPr>
            <a:r>
              <a:rPr lang="en-US" b="1" u="sng" dirty="0"/>
              <a:t>Challenges to These Assumptions</a:t>
            </a:r>
          </a:p>
          <a:p>
            <a:r>
              <a:rPr lang="en-US" dirty="0"/>
              <a:t>Users Value Privacy More</a:t>
            </a:r>
          </a:p>
          <a:p>
            <a:pPr lvl="1"/>
            <a:r>
              <a:rPr lang="en-US" dirty="0"/>
              <a:t>Studies show that users are increasingly concerned about privacy and demand better protection.</a:t>
            </a:r>
          </a:p>
          <a:p>
            <a:r>
              <a:rPr lang="en-US" dirty="0"/>
              <a:t>Self-Regulation Often Fails</a:t>
            </a:r>
          </a:p>
          <a:p>
            <a:pPr lvl="1"/>
            <a:r>
              <a:rPr lang="en-US" dirty="0"/>
              <a:t>History has shown that companies may not prioritize user privacy without external oversight, leading to repeated data breaches and misuse.</a:t>
            </a:r>
          </a:p>
          <a:p>
            <a:r>
              <a:rPr lang="en-US" dirty="0"/>
              <a:t>Balancing Privacy and Convenience</a:t>
            </a:r>
          </a:p>
          <a:p>
            <a:pPr lvl="1"/>
            <a:r>
              <a:rPr lang="en-US" dirty="0"/>
              <a:t>Users do value convenience, but they also expect their privacy to be respected and protected at the same time.</a:t>
            </a:r>
          </a:p>
        </p:txBody>
      </p:sp>
    </p:spTree>
    <p:extLst>
      <p:ext uri="{BB962C8B-B14F-4D97-AF65-F5344CB8AC3E}">
        <p14:creationId xmlns:p14="http://schemas.microsoft.com/office/powerpoint/2010/main" val="2133149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0081F-C77C-9372-BE76-C24AB411D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Imagining alternatives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51131-99CD-1D5F-583D-4A9B58979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Stricter Privacy Regulations</a:t>
            </a:r>
          </a:p>
          <a:p>
            <a:pPr lvl="1"/>
            <a:r>
              <a:rPr lang="en-US" dirty="0"/>
              <a:t>Implement laws that mandate data protection practices.</a:t>
            </a:r>
          </a:p>
          <a:p>
            <a:pPr lvl="1"/>
            <a:r>
              <a:rPr lang="en-US" dirty="0"/>
              <a:t>Ensure better protection of personal data and increase accountability of companies.</a:t>
            </a:r>
          </a:p>
          <a:p>
            <a:r>
              <a:rPr lang="en-US" dirty="0"/>
              <a:t>Enhanced User Control</a:t>
            </a:r>
          </a:p>
          <a:p>
            <a:pPr lvl="1"/>
            <a:r>
              <a:rPr lang="en-US" dirty="0"/>
              <a:t>Develop tools and interfaces that give users more control over their data, such as privacy dashboards and consent management platforms.</a:t>
            </a:r>
          </a:p>
          <a:p>
            <a:pPr lvl="1"/>
            <a:r>
              <a:rPr lang="en-US" dirty="0"/>
              <a:t>This will empower users to manage their privacy preferences while increasing transparency.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688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F813E-25DF-557A-1F68-6C6EA051E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Critiquing the alternatives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5A21D-5B09-5F4B-E354-DF6D4DB3C8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6179" y="2047078"/>
            <a:ext cx="4995334" cy="364913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u="sng" dirty="0"/>
              <a:t>Stricter Privacy Regulations</a:t>
            </a:r>
          </a:p>
          <a:p>
            <a:r>
              <a:rPr lang="en-US" sz="1600" dirty="0"/>
              <a:t>Pros:</a:t>
            </a:r>
          </a:p>
          <a:p>
            <a:pPr lvl="1"/>
            <a:r>
              <a:rPr lang="en-US" dirty="0"/>
              <a:t>Stronger protection for personal data.</a:t>
            </a:r>
          </a:p>
          <a:p>
            <a:pPr lvl="1"/>
            <a:r>
              <a:rPr lang="en-US" dirty="0"/>
              <a:t>Increased user trust and accountability.</a:t>
            </a:r>
          </a:p>
          <a:p>
            <a:r>
              <a:rPr lang="en-US" sz="1600" dirty="0"/>
              <a:t>Cons:</a:t>
            </a:r>
          </a:p>
          <a:p>
            <a:pPr lvl="1"/>
            <a:r>
              <a:rPr lang="en-US" dirty="0"/>
              <a:t>High compliance costs for businesses.</a:t>
            </a:r>
          </a:p>
          <a:p>
            <a:pPr lvl="1"/>
            <a:r>
              <a:rPr lang="en-US" dirty="0"/>
              <a:t>Potential hindrance to innovation due to regulatory constraints.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5F6ED5-EF23-7D60-1189-C7A1D2E22B8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u="sng" dirty="0"/>
              <a:t>Enhanced User Control</a:t>
            </a:r>
          </a:p>
          <a:p>
            <a:r>
              <a:rPr lang="en-US" sz="1600" dirty="0"/>
              <a:t>Pros:</a:t>
            </a:r>
          </a:p>
          <a:p>
            <a:pPr lvl="1"/>
            <a:r>
              <a:rPr lang="en-US" dirty="0"/>
              <a:t>Empowers users with data management.</a:t>
            </a:r>
          </a:p>
          <a:p>
            <a:pPr lvl="1"/>
            <a:r>
              <a:rPr lang="en-US" dirty="0"/>
              <a:t>Increased transparency and user satisfaction.</a:t>
            </a:r>
          </a:p>
          <a:p>
            <a:r>
              <a:rPr lang="en-US" sz="1600" dirty="0"/>
              <a:t>Cons:</a:t>
            </a:r>
          </a:p>
          <a:p>
            <a:pPr lvl="1"/>
            <a:r>
              <a:rPr lang="en-US" dirty="0"/>
              <a:t>Complexity and burden on users to manage settings.</a:t>
            </a:r>
          </a:p>
          <a:p>
            <a:pPr lvl="1"/>
            <a:r>
              <a:rPr lang="en-US" dirty="0"/>
              <a:t>Potential decrease in user experience due to frequent consent prompts.</a:t>
            </a:r>
          </a:p>
        </p:txBody>
      </p:sp>
    </p:spTree>
    <p:extLst>
      <p:ext uri="{BB962C8B-B14F-4D97-AF65-F5344CB8AC3E}">
        <p14:creationId xmlns:p14="http://schemas.microsoft.com/office/powerpoint/2010/main" val="3448700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08BA75B-777A-E5BF-C1B8-E8490868D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Final Recommendation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DD6EEA-74CE-8719-9F99-69AEAA27B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Best Solutions:</a:t>
            </a:r>
          </a:p>
          <a:p>
            <a:pPr lvl="1"/>
            <a:r>
              <a:rPr lang="en-US" dirty="0"/>
              <a:t>Stricter Data Protection Laws</a:t>
            </a:r>
          </a:p>
          <a:p>
            <a:pPr lvl="1"/>
            <a:r>
              <a:rPr lang="en-US" dirty="0"/>
              <a:t>User Education Programs</a:t>
            </a:r>
          </a:p>
          <a:p>
            <a:pPr lvl="1"/>
            <a:r>
              <a:rPr lang="en-US" dirty="0"/>
              <a:t>Privacy-Enhancing Technologies</a:t>
            </a:r>
          </a:p>
          <a:p>
            <a:r>
              <a:rPr lang="en-US" dirty="0"/>
              <a:t>Implementation Plan:</a:t>
            </a:r>
          </a:p>
          <a:p>
            <a:pPr lvl="1"/>
            <a:r>
              <a:rPr lang="en-US" dirty="0"/>
              <a:t>Legislative Advocacy </a:t>
            </a:r>
            <a:r>
              <a:rPr lang="en-US" dirty="0">
                <a:sym typeface="Wingdings" panose="05000000000000000000" pitchFamily="2" charset="2"/>
              </a:rPr>
              <a:t> Push for stronger privacy laws.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Partnerships  Collaborate with educational institutions for user programs.</a:t>
            </a:r>
          </a:p>
          <a:p>
            <a:pPr lvl="1"/>
            <a:r>
              <a:rPr lang="en-US" dirty="0"/>
              <a:t>R&amp;D Investment </a:t>
            </a:r>
            <a:r>
              <a:rPr lang="en-US" dirty="0">
                <a:sym typeface="Wingdings" panose="05000000000000000000" pitchFamily="2" charset="2"/>
              </a:rPr>
              <a:t> Focus on creating and deploying privacy technology.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677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769CB-B60F-22F3-AFAB-E22FC4229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5829300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460977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E5D68-0EEB-C541-058D-5EC78B1A7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A4B02-FE5D-01E9-015D-C65A81A37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buFont typeface="+mj-lt"/>
              <a:buAutoNum type="arabicPeriod"/>
            </a:pPr>
            <a:r>
              <a:rPr lang="en-US" b="1" i="0" dirty="0" err="1">
                <a:solidFill>
                  <a:schemeClr val="tx1">
                    <a:lumMod val="85000"/>
                  </a:schemeClr>
                </a:solidFill>
                <a:effectLst/>
                <a:latin typeface="ui-sans-serif"/>
              </a:rPr>
              <a:t>Ponemon</a:t>
            </a:r>
            <a:r>
              <a:rPr lang="en-US" b="1" i="0" dirty="0">
                <a:solidFill>
                  <a:schemeClr val="tx1">
                    <a:lumMod val="85000"/>
                  </a:schemeClr>
                </a:solidFill>
                <a:effectLst/>
                <a:latin typeface="ui-sans-serif"/>
              </a:rPr>
              <a:t> Institute</a:t>
            </a:r>
            <a:r>
              <a:rPr lang="en-US" b="0" i="0" dirty="0">
                <a:solidFill>
                  <a:schemeClr val="tx1">
                    <a:lumMod val="85000"/>
                  </a:schemeClr>
                </a:solidFill>
                <a:effectLst/>
                <a:latin typeface="ui-sans-serif"/>
              </a:rPr>
              <a:t>. (2023). </a:t>
            </a:r>
            <a:r>
              <a:rPr lang="en-US" b="0" i="1" dirty="0">
                <a:solidFill>
                  <a:schemeClr val="tx1">
                    <a:lumMod val="85000"/>
                  </a:schemeClr>
                </a:solidFill>
                <a:effectLst/>
                <a:latin typeface="ui-sans-serif"/>
              </a:rPr>
              <a:t>Cost of a Data Breach Report</a:t>
            </a:r>
            <a:r>
              <a:rPr lang="en-US" b="0" i="0" dirty="0">
                <a:solidFill>
                  <a:schemeClr val="tx1">
                    <a:lumMod val="85000"/>
                  </a:schemeClr>
                </a:solidFill>
                <a:effectLst/>
                <a:latin typeface="ui-sans-serif"/>
              </a:rPr>
              <a:t>. IBM Security. 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chemeClr val="tx1">
                    <a:lumMod val="85000"/>
                  </a:schemeClr>
                </a:solidFill>
                <a:effectLst/>
                <a:latin typeface="ui-sans-serif"/>
              </a:rPr>
              <a:t>Pew Research Center</a:t>
            </a:r>
            <a:r>
              <a:rPr lang="en-US" b="0" i="0" dirty="0">
                <a:solidFill>
                  <a:schemeClr val="tx1">
                    <a:lumMod val="85000"/>
                  </a:schemeClr>
                </a:solidFill>
                <a:effectLst/>
                <a:latin typeface="ui-sans-serif"/>
              </a:rPr>
              <a:t>. (2019). </a:t>
            </a:r>
            <a:r>
              <a:rPr lang="en-US" b="0" i="1" dirty="0">
                <a:solidFill>
                  <a:schemeClr val="tx1">
                    <a:lumMod val="85000"/>
                  </a:schemeClr>
                </a:solidFill>
                <a:effectLst/>
                <a:latin typeface="ui-sans-serif"/>
              </a:rPr>
              <a:t>Americans and Privacy: Concerned, Confused and Feeling Lack of Control Over Their Personal Information</a:t>
            </a:r>
            <a:r>
              <a:rPr lang="en-US" b="0" i="0" dirty="0">
                <a:solidFill>
                  <a:schemeClr val="tx1">
                    <a:lumMod val="85000"/>
                  </a:schemeClr>
                </a:solidFill>
                <a:effectLst/>
                <a:latin typeface="ui-sans-serif"/>
              </a:rPr>
              <a:t>. 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chemeClr val="tx1">
                    <a:lumMod val="85000"/>
                  </a:schemeClr>
                </a:solidFill>
                <a:effectLst/>
                <a:latin typeface="ui-sans-serif"/>
              </a:rPr>
              <a:t>Zuboff, S.</a:t>
            </a:r>
            <a:r>
              <a:rPr lang="en-US" b="0" i="0" dirty="0">
                <a:solidFill>
                  <a:schemeClr val="tx1">
                    <a:lumMod val="85000"/>
                  </a:schemeClr>
                </a:solidFill>
                <a:effectLst/>
                <a:latin typeface="ui-sans-serif"/>
              </a:rPr>
              <a:t> (2019). </a:t>
            </a:r>
            <a:r>
              <a:rPr lang="en-US" b="0" i="1" dirty="0">
                <a:solidFill>
                  <a:schemeClr val="tx1">
                    <a:lumMod val="85000"/>
                  </a:schemeClr>
                </a:solidFill>
                <a:effectLst/>
                <a:latin typeface="ui-sans-serif"/>
              </a:rPr>
              <a:t>The Age of Surveillance Capitalism: The Fight for a Human Future at the New Frontier of Power</a:t>
            </a:r>
            <a:r>
              <a:rPr lang="en-US" b="0" i="0" dirty="0">
                <a:solidFill>
                  <a:schemeClr val="tx1">
                    <a:lumMod val="85000"/>
                  </a:schemeClr>
                </a:solidFill>
                <a:effectLst/>
                <a:latin typeface="ui-sans-serif"/>
              </a:rPr>
              <a:t>. 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chemeClr val="tx1">
                    <a:lumMod val="85000"/>
                  </a:schemeClr>
                </a:solidFill>
                <a:effectLst/>
                <a:latin typeface="ui-sans-serif"/>
              </a:rPr>
              <a:t>European Commission</a:t>
            </a:r>
            <a:r>
              <a:rPr lang="en-US" b="0" i="0" dirty="0">
                <a:solidFill>
                  <a:schemeClr val="tx1">
                    <a:lumMod val="85000"/>
                  </a:schemeClr>
                </a:solidFill>
                <a:effectLst/>
                <a:latin typeface="ui-sans-serif"/>
              </a:rPr>
              <a:t>. (2016). </a:t>
            </a:r>
            <a:r>
              <a:rPr lang="en-US" b="0" i="1" dirty="0">
                <a:solidFill>
                  <a:schemeClr val="tx1">
                    <a:lumMod val="85000"/>
                  </a:schemeClr>
                </a:solidFill>
                <a:effectLst/>
                <a:latin typeface="ui-sans-serif"/>
              </a:rPr>
              <a:t>General Data Protection Regulation.</a:t>
            </a:r>
            <a:endParaRPr lang="en-US" b="0" i="0" dirty="0">
              <a:solidFill>
                <a:schemeClr val="tx1">
                  <a:lumMod val="85000"/>
                </a:schemeClr>
              </a:solidFill>
              <a:effectLst/>
              <a:latin typeface="ui-sans-serif"/>
            </a:endParaRP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chemeClr val="tx1">
                    <a:lumMod val="85000"/>
                  </a:schemeClr>
                </a:solidFill>
                <a:effectLst/>
                <a:latin typeface="ui-sans-serif"/>
              </a:rPr>
              <a:t>Schneier, B.</a:t>
            </a:r>
            <a:r>
              <a:rPr lang="en-US" b="0" i="0" dirty="0">
                <a:solidFill>
                  <a:schemeClr val="tx1">
                    <a:lumMod val="85000"/>
                  </a:schemeClr>
                </a:solidFill>
                <a:effectLst/>
                <a:latin typeface="ui-sans-serif"/>
              </a:rPr>
              <a:t> (2015). </a:t>
            </a:r>
            <a:r>
              <a:rPr lang="en-US" b="0" i="1" dirty="0">
                <a:solidFill>
                  <a:schemeClr val="tx1">
                    <a:lumMod val="85000"/>
                  </a:schemeClr>
                </a:solidFill>
                <a:effectLst/>
                <a:latin typeface="ui-sans-serif"/>
              </a:rPr>
              <a:t>Data and Goliath: The Hidden Battles to Collect Your Data and Control Your World</a:t>
            </a:r>
            <a:r>
              <a:rPr lang="en-US" b="0" i="0" dirty="0">
                <a:solidFill>
                  <a:schemeClr val="tx1">
                    <a:lumMod val="85000"/>
                  </a:schemeClr>
                </a:solidFill>
                <a:effectLst/>
                <a:latin typeface="ui-sans-serif"/>
              </a:rPr>
              <a:t>. W. W. Norton &amp; Company.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chemeClr val="tx1">
                    <a:lumMod val="85000"/>
                  </a:schemeClr>
                </a:solidFill>
                <a:effectLst/>
                <a:latin typeface="ui-sans-serif"/>
              </a:rPr>
              <a:t>Consumer Reports</a:t>
            </a:r>
            <a:r>
              <a:rPr lang="en-US" b="0" i="0" dirty="0">
                <a:solidFill>
                  <a:schemeClr val="tx1">
                    <a:lumMod val="85000"/>
                  </a:schemeClr>
                </a:solidFill>
                <a:effectLst/>
                <a:latin typeface="ui-sans-serif"/>
              </a:rPr>
              <a:t>. (2020). </a:t>
            </a:r>
            <a:r>
              <a:rPr lang="en-US" b="0" i="1" dirty="0">
                <a:solidFill>
                  <a:schemeClr val="tx1">
                    <a:lumMod val="85000"/>
                  </a:schemeClr>
                </a:solidFill>
                <a:effectLst/>
                <a:latin typeface="ui-sans-serif"/>
              </a:rPr>
              <a:t>The State of Privacy in the US</a:t>
            </a:r>
            <a:r>
              <a:rPr lang="en-US" b="0" i="0" dirty="0">
                <a:solidFill>
                  <a:schemeClr val="tx1">
                    <a:lumMod val="85000"/>
                  </a:schemeClr>
                </a:solidFill>
                <a:effectLst/>
                <a:latin typeface="ui-sans-serif"/>
              </a:rPr>
              <a:t>. Retrieved from </a:t>
            </a:r>
            <a:r>
              <a:rPr lang="en-US" b="0" i="0" u="none" strike="noStrike" dirty="0">
                <a:solidFill>
                  <a:schemeClr val="tx1">
                    <a:lumMod val="85000"/>
                  </a:schemeClr>
                </a:solidFill>
                <a:effectLst/>
                <a:latin typeface="ui-sans-serif"/>
              </a:rPr>
              <a:t>Consumer Reports</a:t>
            </a:r>
            <a:endParaRPr lang="en-US" b="0" i="0" dirty="0">
              <a:solidFill>
                <a:schemeClr val="tx1">
                  <a:lumMod val="85000"/>
                </a:schemeClr>
              </a:solidFill>
              <a:effectLst/>
              <a:latin typeface="ui-sans-serif"/>
            </a:endParaRP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chemeClr val="tx1">
                    <a:lumMod val="85000"/>
                  </a:schemeClr>
                </a:solidFill>
                <a:effectLst/>
                <a:latin typeface="ui-sans-serif"/>
              </a:rPr>
              <a:t>Swire, P., &amp; Ahmad, K.</a:t>
            </a:r>
            <a:r>
              <a:rPr lang="en-US" b="0" i="0" dirty="0">
                <a:solidFill>
                  <a:schemeClr val="tx1">
                    <a:lumMod val="85000"/>
                  </a:schemeClr>
                </a:solidFill>
                <a:effectLst/>
                <a:latin typeface="ui-sans-serif"/>
              </a:rPr>
              <a:t> (2012). </a:t>
            </a:r>
            <a:r>
              <a:rPr lang="en-US" b="0" i="1" dirty="0">
                <a:solidFill>
                  <a:schemeClr val="tx1">
                    <a:lumMod val="85000"/>
                  </a:schemeClr>
                </a:solidFill>
                <a:effectLst/>
                <a:latin typeface="ui-sans-serif"/>
              </a:rPr>
              <a:t>Foundations of Information Privacy and Data Protection: A Survey of Global Concepts, Laws, and Practices</a:t>
            </a:r>
            <a:r>
              <a:rPr lang="en-US" b="0" i="0" dirty="0">
                <a:solidFill>
                  <a:schemeClr val="tx1">
                    <a:lumMod val="85000"/>
                  </a:schemeClr>
                </a:solidFill>
                <a:effectLst/>
                <a:latin typeface="ui-sans-serif"/>
              </a:rPr>
              <a:t>. IAPP.</a:t>
            </a:r>
          </a:p>
        </p:txBody>
      </p:sp>
    </p:spTree>
    <p:extLst>
      <p:ext uri="{BB962C8B-B14F-4D97-AF65-F5344CB8AC3E}">
        <p14:creationId xmlns:p14="http://schemas.microsoft.com/office/powerpoint/2010/main" val="27153684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3957</TotalTime>
  <Words>915</Words>
  <Application>Microsoft Office PowerPoint</Application>
  <PresentationFormat>Widescreen</PresentationFormat>
  <Paragraphs>129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ui-sans-serif</vt:lpstr>
      <vt:lpstr>Wingdings</vt:lpstr>
      <vt:lpstr>Celestial</vt:lpstr>
      <vt:lpstr>Technology and privacy concerns</vt:lpstr>
      <vt:lpstr>What is the problem?</vt:lpstr>
      <vt:lpstr>Why does it Exist?</vt:lpstr>
      <vt:lpstr>Who is causing it?</vt:lpstr>
      <vt:lpstr>When did it become significant?</vt:lpstr>
      <vt:lpstr>What extent is it occurring?</vt:lpstr>
      <vt:lpstr>Root Causes</vt:lpstr>
      <vt:lpstr>Assumptions behind the problem</vt:lpstr>
      <vt:lpstr>Assumptions behind the problem</vt:lpstr>
      <vt:lpstr>Imagining alternatives</vt:lpstr>
      <vt:lpstr>Critiquing the alternatives</vt:lpstr>
      <vt:lpstr>Final Recommendation</vt:lpstr>
      <vt:lpstr>Thank you!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and privacy concerns</dc:title>
  <dc:creator>Keith Brock</dc:creator>
  <cp:lastModifiedBy>Keith Brock</cp:lastModifiedBy>
  <cp:revision>1</cp:revision>
  <dcterms:created xsi:type="dcterms:W3CDTF">2024-05-20T23:08:53Z</dcterms:created>
  <dcterms:modified xsi:type="dcterms:W3CDTF">2024-05-31T08:50:36Z</dcterms:modified>
</cp:coreProperties>
</file>