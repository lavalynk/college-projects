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68" r:id="rId6"/>
    <p:sldId id="272" r:id="rId7"/>
    <p:sldId id="273" r:id="rId8"/>
    <p:sldId id="274" r:id="rId9"/>
    <p:sldId id="275" r:id="rId10"/>
    <p:sldId id="267" r:id="rId11"/>
    <p:sldId id="269" r:id="rId12"/>
    <p:sldId id="270" r:id="rId13"/>
    <p:sldId id="265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4660"/>
  </p:normalViewPr>
  <p:slideViewPr>
    <p:cSldViewPr>
      <p:cViewPr varScale="1">
        <p:scale>
          <a:sx n="103" d="100"/>
          <a:sy n="103" d="100"/>
        </p:scale>
        <p:origin x="144" y="22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Effects of Digital Engagement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Brand Awareness</c:v>
                </c:pt>
                <c:pt idx="1">
                  <c:v>Customer Engagement</c:v>
                </c:pt>
                <c:pt idx="2">
                  <c:v>Website Traffic</c:v>
                </c:pt>
                <c:pt idx="3">
                  <c:v>Lead Generation</c:v>
                </c:pt>
                <c:pt idx="4">
                  <c:v>Sales Growth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</c:v>
                </c:pt>
                <c:pt idx="1">
                  <c:v>0.3</c:v>
                </c:pt>
                <c:pt idx="2">
                  <c:v>0.25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2-4B49-ACE5-A8B27BB02E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Brand Awareness</c:v>
                </c:pt>
                <c:pt idx="1">
                  <c:v>Customer Engagement</c:v>
                </c:pt>
                <c:pt idx="2">
                  <c:v>Website Traffic</c:v>
                </c:pt>
                <c:pt idx="3">
                  <c:v>Lead Generation</c:v>
                </c:pt>
                <c:pt idx="4">
                  <c:v>Sales Growth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0.7</c:v>
                </c:pt>
                <c:pt idx="1">
                  <c:v>0.65</c:v>
                </c:pt>
                <c:pt idx="2">
                  <c:v>0.55000000000000004</c:v>
                </c:pt>
                <c:pt idx="3">
                  <c:v>0.45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72-4B49-ACE5-A8B27BB02EA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Brand Awareness</c:v>
                </c:pt>
                <c:pt idx="1">
                  <c:v>Customer Engagement</c:v>
                </c:pt>
                <c:pt idx="2">
                  <c:v>Website Traffic</c:v>
                </c:pt>
                <c:pt idx="3">
                  <c:v>Lead Generation</c:v>
                </c:pt>
                <c:pt idx="4">
                  <c:v>Sales Growth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2-4D72-4B49-ACE5-A8B27BB02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74825504"/>
        <c:axId val="1974825984"/>
      </c:barChart>
      <c:catAx>
        <c:axId val="1974825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4825984"/>
        <c:crosses val="autoZero"/>
        <c:auto val="1"/>
        <c:lblAlgn val="ctr"/>
        <c:lblOffset val="100"/>
        <c:noMultiLvlLbl val="0"/>
      </c:catAx>
      <c:valAx>
        <c:axId val="1974825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74825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>
      <a:gsLst>
        <a:gs pos="0">
          <a:schemeClr val="bg2">
            <a:tint val="100000"/>
            <a:shade val="0"/>
            <a:satMod val="100000"/>
          </a:schemeClr>
        </a:gs>
        <a:gs pos="85000">
          <a:schemeClr val="bg2">
            <a:tint val="100000"/>
            <a:shade val="30000"/>
            <a:satMod val="100000"/>
          </a:schemeClr>
        </a:gs>
        <a:gs pos="100000">
          <a:schemeClr val="bg2">
            <a:shade val="60000"/>
            <a:satMod val="100000"/>
          </a:schemeClr>
        </a:gs>
      </a:gsLst>
      <a:lin ang="3600000" scaled="0"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DB9627-057A-4396-9596-C61C47F0E571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35565E-E319-4497-9415-4FF4154BC24E}">
      <dgm:prSet phldrT="[Text]"/>
      <dgm:spPr/>
      <dgm:t>
        <a:bodyPr/>
        <a:lstStyle/>
        <a:p>
          <a:r>
            <a:rPr lang="en-US" dirty="0"/>
            <a:t>Employees</a:t>
          </a:r>
        </a:p>
      </dgm:t>
    </dgm:pt>
    <dgm:pt modelId="{750C51E3-1EA8-4A0D-83F7-E298CEE2DE2D}" type="parTrans" cxnId="{0DA4E653-BE39-44D4-94DF-E6E85DD3DBA5}">
      <dgm:prSet/>
      <dgm:spPr/>
      <dgm:t>
        <a:bodyPr/>
        <a:lstStyle/>
        <a:p>
          <a:endParaRPr lang="en-US"/>
        </a:p>
      </dgm:t>
    </dgm:pt>
    <dgm:pt modelId="{7719AE29-E1B1-47DE-A575-978E187949FD}" type="sibTrans" cxnId="{0DA4E653-BE39-44D4-94DF-E6E85DD3DBA5}">
      <dgm:prSet/>
      <dgm:spPr/>
      <dgm:t>
        <a:bodyPr/>
        <a:lstStyle/>
        <a:p>
          <a:endParaRPr lang="en-US"/>
        </a:p>
      </dgm:t>
    </dgm:pt>
    <dgm:pt modelId="{FDA70A94-B918-45B3-BB96-2FB23CA9307D}">
      <dgm:prSet phldrT="[Text]"/>
      <dgm:spPr/>
      <dgm:t>
        <a:bodyPr/>
        <a:lstStyle/>
        <a:p>
          <a:r>
            <a:rPr lang="en-US" dirty="0"/>
            <a:t>Schedules</a:t>
          </a:r>
        </a:p>
      </dgm:t>
    </dgm:pt>
    <dgm:pt modelId="{68FE88DC-2B8C-4AD8-B367-B369F21CBBD8}" type="parTrans" cxnId="{2A44A212-98C8-46F2-A0DF-32C200D9C785}">
      <dgm:prSet/>
      <dgm:spPr/>
      <dgm:t>
        <a:bodyPr/>
        <a:lstStyle/>
        <a:p>
          <a:endParaRPr lang="en-US"/>
        </a:p>
      </dgm:t>
    </dgm:pt>
    <dgm:pt modelId="{9178CA85-26DA-463D-9B87-66F9E818439E}" type="sibTrans" cxnId="{2A44A212-98C8-46F2-A0DF-32C200D9C785}">
      <dgm:prSet/>
      <dgm:spPr/>
      <dgm:t>
        <a:bodyPr/>
        <a:lstStyle/>
        <a:p>
          <a:endParaRPr lang="en-US"/>
        </a:p>
      </dgm:t>
    </dgm:pt>
    <dgm:pt modelId="{219DF218-C8F1-40E2-8C9D-C59AAC54406F}">
      <dgm:prSet phldrT="[Text]"/>
      <dgm:spPr/>
      <dgm:t>
        <a:bodyPr/>
        <a:lstStyle/>
        <a:p>
          <a:r>
            <a:rPr lang="en-US" dirty="0"/>
            <a:t>Task Assignments</a:t>
          </a:r>
        </a:p>
      </dgm:t>
    </dgm:pt>
    <dgm:pt modelId="{E07412F2-6190-4E4C-8381-2EC2B5FD7526}" type="parTrans" cxnId="{A3C86E47-F76F-4C8B-B0A7-C8FDDF32D61C}">
      <dgm:prSet/>
      <dgm:spPr/>
      <dgm:t>
        <a:bodyPr/>
        <a:lstStyle/>
        <a:p>
          <a:endParaRPr lang="en-US"/>
        </a:p>
      </dgm:t>
    </dgm:pt>
    <dgm:pt modelId="{77968278-C945-4258-B442-0472E638E9F3}" type="sibTrans" cxnId="{A3C86E47-F76F-4C8B-B0A7-C8FDDF32D61C}">
      <dgm:prSet/>
      <dgm:spPr/>
      <dgm:t>
        <a:bodyPr/>
        <a:lstStyle/>
        <a:p>
          <a:endParaRPr lang="en-US"/>
        </a:p>
      </dgm:t>
    </dgm:pt>
    <dgm:pt modelId="{CE16722A-0F5E-4B9E-B01A-3B85819F30DC}">
      <dgm:prSet phldrT="[Text]"/>
      <dgm:spPr/>
      <dgm:t>
        <a:bodyPr/>
        <a:lstStyle/>
        <a:p>
          <a:r>
            <a:rPr lang="en-US" dirty="0"/>
            <a:t>Customers</a:t>
          </a:r>
        </a:p>
      </dgm:t>
    </dgm:pt>
    <dgm:pt modelId="{E36408DB-05CB-414D-AB65-9325C998DB0E}" type="parTrans" cxnId="{0483B84F-46FA-460F-9F51-61395D9B46D2}">
      <dgm:prSet/>
      <dgm:spPr/>
      <dgm:t>
        <a:bodyPr/>
        <a:lstStyle/>
        <a:p>
          <a:endParaRPr lang="en-US"/>
        </a:p>
      </dgm:t>
    </dgm:pt>
    <dgm:pt modelId="{BA2470B1-CDED-41D8-BD6E-521F38E2ED06}" type="sibTrans" cxnId="{0483B84F-46FA-460F-9F51-61395D9B46D2}">
      <dgm:prSet/>
      <dgm:spPr/>
      <dgm:t>
        <a:bodyPr/>
        <a:lstStyle/>
        <a:p>
          <a:endParaRPr lang="en-US"/>
        </a:p>
      </dgm:t>
    </dgm:pt>
    <dgm:pt modelId="{05454686-D99A-40F8-8E5E-3E0FE0CD109C}">
      <dgm:prSet phldrT="[Text]"/>
      <dgm:spPr/>
      <dgm:t>
        <a:bodyPr/>
        <a:lstStyle/>
        <a:p>
          <a:r>
            <a:rPr lang="en-US" dirty="0"/>
            <a:t>Promotions</a:t>
          </a:r>
        </a:p>
      </dgm:t>
    </dgm:pt>
    <dgm:pt modelId="{73ECD20C-2170-4FE8-996C-4AD4EE0DE4EC}" type="parTrans" cxnId="{9F8F6EB2-6A67-417D-95B7-4D751C276863}">
      <dgm:prSet/>
      <dgm:spPr/>
      <dgm:t>
        <a:bodyPr/>
        <a:lstStyle/>
        <a:p>
          <a:endParaRPr lang="en-US"/>
        </a:p>
      </dgm:t>
    </dgm:pt>
    <dgm:pt modelId="{D8104D73-7B2C-4851-9083-272139B231B0}" type="sibTrans" cxnId="{9F8F6EB2-6A67-417D-95B7-4D751C276863}">
      <dgm:prSet/>
      <dgm:spPr/>
      <dgm:t>
        <a:bodyPr/>
        <a:lstStyle/>
        <a:p>
          <a:endParaRPr lang="en-US"/>
        </a:p>
      </dgm:t>
    </dgm:pt>
    <dgm:pt modelId="{D1471217-C758-41E6-9476-884944084E61}">
      <dgm:prSet phldrT="[Text]"/>
      <dgm:spPr/>
      <dgm:t>
        <a:bodyPr/>
        <a:lstStyle/>
        <a:p>
          <a:r>
            <a:rPr lang="en-US" dirty="0"/>
            <a:t>Online Booking System</a:t>
          </a:r>
        </a:p>
      </dgm:t>
    </dgm:pt>
    <dgm:pt modelId="{4A2A9E2F-F000-40B3-B227-DDACE1C577F7}" type="parTrans" cxnId="{4781B6F5-35A7-4EC2-AB22-6F6C3633AF50}">
      <dgm:prSet/>
      <dgm:spPr/>
      <dgm:t>
        <a:bodyPr/>
        <a:lstStyle/>
        <a:p>
          <a:endParaRPr lang="en-US"/>
        </a:p>
      </dgm:t>
    </dgm:pt>
    <dgm:pt modelId="{D1ADF1F2-B921-45E0-97DA-5D2E5E51DB8C}" type="sibTrans" cxnId="{4781B6F5-35A7-4EC2-AB22-6F6C3633AF50}">
      <dgm:prSet/>
      <dgm:spPr/>
      <dgm:t>
        <a:bodyPr/>
        <a:lstStyle/>
        <a:p>
          <a:endParaRPr lang="en-US"/>
        </a:p>
      </dgm:t>
    </dgm:pt>
    <dgm:pt modelId="{909BC94A-7C6D-462F-BE00-3B9D50FB9577}">
      <dgm:prSet phldrT="[Text]"/>
      <dgm:spPr/>
      <dgm:t>
        <a:bodyPr/>
        <a:lstStyle/>
        <a:p>
          <a:r>
            <a:rPr lang="en-US" dirty="0"/>
            <a:t>Suppliers</a:t>
          </a:r>
        </a:p>
      </dgm:t>
    </dgm:pt>
    <dgm:pt modelId="{B7766253-6BED-4AEF-9BED-BA5AB28B4126}" type="parTrans" cxnId="{A17407EE-A879-4F7E-949F-ED52AEDED680}">
      <dgm:prSet/>
      <dgm:spPr/>
      <dgm:t>
        <a:bodyPr/>
        <a:lstStyle/>
        <a:p>
          <a:endParaRPr lang="en-US"/>
        </a:p>
      </dgm:t>
    </dgm:pt>
    <dgm:pt modelId="{F85681BE-DDC0-41C2-8E01-0A7CCD20E4B3}" type="sibTrans" cxnId="{A17407EE-A879-4F7E-949F-ED52AEDED680}">
      <dgm:prSet/>
      <dgm:spPr/>
      <dgm:t>
        <a:bodyPr/>
        <a:lstStyle/>
        <a:p>
          <a:endParaRPr lang="en-US"/>
        </a:p>
      </dgm:t>
    </dgm:pt>
    <dgm:pt modelId="{E333F32D-20CC-4D08-9E46-D824F0740EA2}">
      <dgm:prSet phldrT="[Text]"/>
      <dgm:spPr/>
      <dgm:t>
        <a:bodyPr/>
        <a:lstStyle/>
        <a:p>
          <a:r>
            <a:rPr lang="en-US" dirty="0"/>
            <a:t>Inventory levels</a:t>
          </a:r>
        </a:p>
      </dgm:t>
    </dgm:pt>
    <dgm:pt modelId="{91B35883-77A0-46CA-B52D-F5DFAA6A1332}" type="parTrans" cxnId="{04E69F93-189D-496B-BCFF-315C1C702EC8}">
      <dgm:prSet/>
      <dgm:spPr/>
      <dgm:t>
        <a:bodyPr/>
        <a:lstStyle/>
        <a:p>
          <a:endParaRPr lang="en-US"/>
        </a:p>
      </dgm:t>
    </dgm:pt>
    <dgm:pt modelId="{D038BEEE-3526-4FD8-8EF4-D2072247167E}" type="sibTrans" cxnId="{04E69F93-189D-496B-BCFF-315C1C702EC8}">
      <dgm:prSet/>
      <dgm:spPr/>
      <dgm:t>
        <a:bodyPr/>
        <a:lstStyle/>
        <a:p>
          <a:endParaRPr lang="en-US"/>
        </a:p>
      </dgm:t>
    </dgm:pt>
    <dgm:pt modelId="{CDD0D393-47A6-4C76-AE9A-CB7D5E288572}">
      <dgm:prSet phldrT="[Text]"/>
      <dgm:spPr/>
      <dgm:t>
        <a:bodyPr/>
        <a:lstStyle/>
        <a:p>
          <a:r>
            <a:rPr lang="en-US" dirty="0"/>
            <a:t>Delivery Schedules</a:t>
          </a:r>
        </a:p>
      </dgm:t>
    </dgm:pt>
    <dgm:pt modelId="{A9D9A123-33B6-4B00-B6B4-F90FC5B982EB}" type="parTrans" cxnId="{E482CCC9-CD4A-4662-BDFB-A20E47054BBD}">
      <dgm:prSet/>
      <dgm:spPr/>
      <dgm:t>
        <a:bodyPr/>
        <a:lstStyle/>
        <a:p>
          <a:endParaRPr lang="en-US"/>
        </a:p>
      </dgm:t>
    </dgm:pt>
    <dgm:pt modelId="{A48231CC-7C80-413C-96F0-0512DAC73867}" type="sibTrans" cxnId="{E482CCC9-CD4A-4662-BDFB-A20E47054BBD}">
      <dgm:prSet/>
      <dgm:spPr/>
      <dgm:t>
        <a:bodyPr/>
        <a:lstStyle/>
        <a:p>
          <a:endParaRPr lang="en-US"/>
        </a:p>
      </dgm:t>
    </dgm:pt>
    <dgm:pt modelId="{039256A0-7246-4B13-90A6-13B2EECA2A1E}">
      <dgm:prSet phldrT="[Text]"/>
      <dgm:spPr/>
      <dgm:t>
        <a:bodyPr/>
        <a:lstStyle/>
        <a:p>
          <a:r>
            <a:rPr lang="en-US" dirty="0"/>
            <a:t>Company Updates</a:t>
          </a:r>
        </a:p>
      </dgm:t>
    </dgm:pt>
    <dgm:pt modelId="{BAFE16DC-05A9-4163-97E0-9C57DBAAF809}" type="parTrans" cxnId="{BDA4E945-18A3-4457-B313-416E175B9FF1}">
      <dgm:prSet/>
      <dgm:spPr/>
      <dgm:t>
        <a:bodyPr/>
        <a:lstStyle/>
        <a:p>
          <a:endParaRPr lang="en-US"/>
        </a:p>
      </dgm:t>
    </dgm:pt>
    <dgm:pt modelId="{3142ED98-CB99-4475-A62F-785C121C30C6}" type="sibTrans" cxnId="{BDA4E945-18A3-4457-B313-416E175B9FF1}">
      <dgm:prSet/>
      <dgm:spPr/>
      <dgm:t>
        <a:bodyPr/>
        <a:lstStyle/>
        <a:p>
          <a:endParaRPr lang="en-US"/>
        </a:p>
      </dgm:t>
    </dgm:pt>
    <dgm:pt modelId="{2D7A8073-A5FA-444F-8A5C-38F262AA0C17}">
      <dgm:prSet phldrT="[Text]"/>
      <dgm:spPr/>
      <dgm:t>
        <a:bodyPr/>
        <a:lstStyle/>
        <a:p>
          <a:r>
            <a:rPr lang="en-US" dirty="0"/>
            <a:t>Menu Updates</a:t>
          </a:r>
        </a:p>
      </dgm:t>
    </dgm:pt>
    <dgm:pt modelId="{E34BBEA1-D84B-4E23-95CD-91433320B386}" type="parTrans" cxnId="{D886934F-D3F7-4533-89EF-7CECDE5EAA0C}">
      <dgm:prSet/>
      <dgm:spPr/>
      <dgm:t>
        <a:bodyPr/>
        <a:lstStyle/>
        <a:p>
          <a:endParaRPr lang="en-US"/>
        </a:p>
      </dgm:t>
    </dgm:pt>
    <dgm:pt modelId="{2F121A60-324A-4664-982A-D17330501647}" type="sibTrans" cxnId="{D886934F-D3F7-4533-89EF-7CECDE5EAA0C}">
      <dgm:prSet/>
      <dgm:spPr/>
      <dgm:t>
        <a:bodyPr/>
        <a:lstStyle/>
        <a:p>
          <a:endParaRPr lang="en-US"/>
        </a:p>
      </dgm:t>
    </dgm:pt>
    <dgm:pt modelId="{88499470-A26B-46E6-9BB8-A63640C63FDB}">
      <dgm:prSet phldrT="[Text]"/>
      <dgm:spPr/>
      <dgm:t>
        <a:bodyPr/>
        <a:lstStyle/>
        <a:p>
          <a:r>
            <a:rPr lang="en-US" dirty="0"/>
            <a:t>Payment Confirmations</a:t>
          </a:r>
        </a:p>
      </dgm:t>
    </dgm:pt>
    <dgm:pt modelId="{D9748867-47ED-46B4-83EA-7A102C829C89}" type="parTrans" cxnId="{958B33D3-A4DD-4E57-831F-5B832FAFC2A8}">
      <dgm:prSet/>
      <dgm:spPr/>
      <dgm:t>
        <a:bodyPr/>
        <a:lstStyle/>
        <a:p>
          <a:endParaRPr lang="en-US"/>
        </a:p>
      </dgm:t>
    </dgm:pt>
    <dgm:pt modelId="{54C0B131-8A6A-4157-BEA9-9BBE6D0FB813}" type="sibTrans" cxnId="{958B33D3-A4DD-4E57-831F-5B832FAFC2A8}">
      <dgm:prSet/>
      <dgm:spPr/>
      <dgm:t>
        <a:bodyPr/>
        <a:lstStyle/>
        <a:p>
          <a:endParaRPr lang="en-US"/>
        </a:p>
      </dgm:t>
    </dgm:pt>
    <dgm:pt modelId="{7F88569A-1DDE-449F-A10A-2F3940BB2F3E}">
      <dgm:prSet phldrT="[Text]"/>
      <dgm:spPr/>
      <dgm:t>
        <a:bodyPr/>
        <a:lstStyle/>
        <a:p>
          <a:r>
            <a:rPr lang="en-US" dirty="0"/>
            <a:t>Stakeholders</a:t>
          </a:r>
        </a:p>
      </dgm:t>
    </dgm:pt>
    <dgm:pt modelId="{4DE72050-31EE-45B2-938F-1C588FDCFBC1}" type="parTrans" cxnId="{A279C646-D467-4FE0-96A4-22F327B45EF8}">
      <dgm:prSet/>
      <dgm:spPr/>
      <dgm:t>
        <a:bodyPr/>
        <a:lstStyle/>
        <a:p>
          <a:endParaRPr lang="en-US"/>
        </a:p>
      </dgm:t>
    </dgm:pt>
    <dgm:pt modelId="{DF518F53-911D-4412-9C18-05CAB3C56C26}" type="sibTrans" cxnId="{A279C646-D467-4FE0-96A4-22F327B45EF8}">
      <dgm:prSet/>
      <dgm:spPr/>
      <dgm:t>
        <a:bodyPr/>
        <a:lstStyle/>
        <a:p>
          <a:endParaRPr lang="en-US"/>
        </a:p>
      </dgm:t>
    </dgm:pt>
    <dgm:pt modelId="{703D6AF3-AC89-4697-AC39-6716EE250B4D}">
      <dgm:prSet phldrT="[Text]"/>
      <dgm:spPr/>
      <dgm:t>
        <a:bodyPr/>
        <a:lstStyle/>
        <a:p>
          <a:r>
            <a:rPr lang="en-US" dirty="0"/>
            <a:t>Financial Performance Reports</a:t>
          </a:r>
        </a:p>
      </dgm:t>
    </dgm:pt>
    <dgm:pt modelId="{65BA909C-1D9C-4F0C-92F8-4AFA17781F47}" type="parTrans" cxnId="{05B03E64-DF43-418C-8DF6-DBD5EA72112F}">
      <dgm:prSet/>
      <dgm:spPr/>
      <dgm:t>
        <a:bodyPr/>
        <a:lstStyle/>
        <a:p>
          <a:endParaRPr lang="en-US"/>
        </a:p>
      </dgm:t>
    </dgm:pt>
    <dgm:pt modelId="{43F793E4-B128-44CE-9A1A-EF2A6DF7A34C}" type="sibTrans" cxnId="{05B03E64-DF43-418C-8DF6-DBD5EA72112F}">
      <dgm:prSet/>
      <dgm:spPr/>
      <dgm:t>
        <a:bodyPr/>
        <a:lstStyle/>
        <a:p>
          <a:endParaRPr lang="en-US"/>
        </a:p>
      </dgm:t>
    </dgm:pt>
    <dgm:pt modelId="{AD86EEC0-B184-455B-BF5B-58DA967C63EC}">
      <dgm:prSet phldrT="[Text]"/>
      <dgm:spPr/>
      <dgm:t>
        <a:bodyPr/>
        <a:lstStyle/>
        <a:p>
          <a:r>
            <a:rPr lang="en-US" dirty="0"/>
            <a:t>Strategy Updates</a:t>
          </a:r>
        </a:p>
      </dgm:t>
    </dgm:pt>
    <dgm:pt modelId="{7A03FE0A-4A5C-4EE8-A4DC-29DE3F3904F7}" type="parTrans" cxnId="{9A9B2645-1BB0-4845-874A-B1F13026F333}">
      <dgm:prSet/>
      <dgm:spPr/>
      <dgm:t>
        <a:bodyPr/>
        <a:lstStyle/>
        <a:p>
          <a:endParaRPr lang="en-US"/>
        </a:p>
      </dgm:t>
    </dgm:pt>
    <dgm:pt modelId="{9985752E-9A34-4F51-9DC6-D9BC3B156FCA}" type="sibTrans" cxnId="{9A9B2645-1BB0-4845-874A-B1F13026F333}">
      <dgm:prSet/>
      <dgm:spPr/>
      <dgm:t>
        <a:bodyPr/>
        <a:lstStyle/>
        <a:p>
          <a:endParaRPr lang="en-US"/>
        </a:p>
      </dgm:t>
    </dgm:pt>
    <dgm:pt modelId="{0C819CAD-DFB5-4EC1-BA35-E7A618F6E547}">
      <dgm:prSet phldrT="[Text]"/>
      <dgm:spPr/>
      <dgm:t>
        <a:bodyPr/>
        <a:lstStyle/>
        <a:p>
          <a:r>
            <a:rPr lang="en-US" dirty="0"/>
            <a:t>Company News</a:t>
          </a:r>
        </a:p>
      </dgm:t>
    </dgm:pt>
    <dgm:pt modelId="{168E16BB-7D68-4653-9859-7BA744A30418}" type="parTrans" cxnId="{B3CB2F99-943D-49BE-89D8-03C4423A9681}">
      <dgm:prSet/>
      <dgm:spPr/>
      <dgm:t>
        <a:bodyPr/>
        <a:lstStyle/>
        <a:p>
          <a:endParaRPr lang="en-US"/>
        </a:p>
      </dgm:t>
    </dgm:pt>
    <dgm:pt modelId="{5DEB8687-A38C-43C3-A90E-4893F6AE960D}" type="sibTrans" cxnId="{B3CB2F99-943D-49BE-89D8-03C4423A9681}">
      <dgm:prSet/>
      <dgm:spPr/>
      <dgm:t>
        <a:bodyPr/>
        <a:lstStyle/>
        <a:p>
          <a:endParaRPr lang="en-US"/>
        </a:p>
      </dgm:t>
    </dgm:pt>
    <dgm:pt modelId="{80463FE5-C9B6-4077-BCEB-19F8D0BADC3F}" type="pres">
      <dgm:prSet presAssocID="{FEDB9627-057A-4396-9596-C61C47F0E571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3719D7D-7D33-4920-A57C-6E72DA005DF0}" type="pres">
      <dgm:prSet presAssocID="{1435565E-E319-4497-9415-4FF4154BC24E}" presName="horFlow" presStyleCnt="0"/>
      <dgm:spPr/>
    </dgm:pt>
    <dgm:pt modelId="{46C13A8E-956C-4BDB-B22B-D413A75F8475}" type="pres">
      <dgm:prSet presAssocID="{1435565E-E319-4497-9415-4FF4154BC24E}" presName="bigChev" presStyleLbl="node1" presStyleIdx="0" presStyleCnt="4"/>
      <dgm:spPr/>
    </dgm:pt>
    <dgm:pt modelId="{8AFE7E27-E608-4F75-86B4-CF64FADDC9AD}" type="pres">
      <dgm:prSet presAssocID="{68FE88DC-2B8C-4AD8-B367-B369F21CBBD8}" presName="parTrans" presStyleCnt="0"/>
      <dgm:spPr/>
    </dgm:pt>
    <dgm:pt modelId="{7B5D24DC-5F5E-452A-9181-AF1CC8DFD3D1}" type="pres">
      <dgm:prSet presAssocID="{FDA70A94-B918-45B3-BB96-2FB23CA9307D}" presName="node" presStyleLbl="alignAccFollowNode1" presStyleIdx="0" presStyleCnt="12">
        <dgm:presLayoutVars>
          <dgm:bulletEnabled val="1"/>
        </dgm:presLayoutVars>
      </dgm:prSet>
      <dgm:spPr/>
    </dgm:pt>
    <dgm:pt modelId="{8ECDDF99-A69C-45B1-995D-705096A58AAB}" type="pres">
      <dgm:prSet presAssocID="{9178CA85-26DA-463D-9B87-66F9E818439E}" presName="sibTrans" presStyleCnt="0"/>
      <dgm:spPr/>
    </dgm:pt>
    <dgm:pt modelId="{202403C0-BA2C-4897-9255-114553D722AE}" type="pres">
      <dgm:prSet presAssocID="{219DF218-C8F1-40E2-8C9D-C59AAC54406F}" presName="node" presStyleLbl="alignAccFollowNode1" presStyleIdx="1" presStyleCnt="12">
        <dgm:presLayoutVars>
          <dgm:bulletEnabled val="1"/>
        </dgm:presLayoutVars>
      </dgm:prSet>
      <dgm:spPr/>
    </dgm:pt>
    <dgm:pt modelId="{FDCFC0A5-EA7B-458F-BE2A-ED0FE5AF4FB5}" type="pres">
      <dgm:prSet presAssocID="{77968278-C945-4258-B442-0472E638E9F3}" presName="sibTrans" presStyleCnt="0"/>
      <dgm:spPr/>
    </dgm:pt>
    <dgm:pt modelId="{11CC0363-9684-40AE-9C7A-91252DC8030D}" type="pres">
      <dgm:prSet presAssocID="{039256A0-7246-4B13-90A6-13B2EECA2A1E}" presName="node" presStyleLbl="alignAccFollowNode1" presStyleIdx="2" presStyleCnt="12">
        <dgm:presLayoutVars>
          <dgm:bulletEnabled val="1"/>
        </dgm:presLayoutVars>
      </dgm:prSet>
      <dgm:spPr/>
    </dgm:pt>
    <dgm:pt modelId="{94F6EF8A-82A6-427B-9072-4EA1CB79DCA0}" type="pres">
      <dgm:prSet presAssocID="{1435565E-E319-4497-9415-4FF4154BC24E}" presName="vSp" presStyleCnt="0"/>
      <dgm:spPr/>
    </dgm:pt>
    <dgm:pt modelId="{B9A7102B-CB4A-4924-A51F-93F03EC6B16D}" type="pres">
      <dgm:prSet presAssocID="{CE16722A-0F5E-4B9E-B01A-3B85819F30DC}" presName="horFlow" presStyleCnt="0"/>
      <dgm:spPr/>
    </dgm:pt>
    <dgm:pt modelId="{CFF5D9C1-F269-4A7E-98F2-A793525C57BB}" type="pres">
      <dgm:prSet presAssocID="{CE16722A-0F5E-4B9E-B01A-3B85819F30DC}" presName="bigChev" presStyleLbl="node1" presStyleIdx="1" presStyleCnt="4"/>
      <dgm:spPr/>
    </dgm:pt>
    <dgm:pt modelId="{4FC58B72-2029-4B8C-A687-BB61E4B9D78D}" type="pres">
      <dgm:prSet presAssocID="{73ECD20C-2170-4FE8-996C-4AD4EE0DE4EC}" presName="parTrans" presStyleCnt="0"/>
      <dgm:spPr/>
    </dgm:pt>
    <dgm:pt modelId="{BA073665-7A9F-4B7E-A5E7-0EA7D651E89F}" type="pres">
      <dgm:prSet presAssocID="{05454686-D99A-40F8-8E5E-3E0FE0CD109C}" presName="node" presStyleLbl="alignAccFollowNode1" presStyleIdx="3" presStyleCnt="12">
        <dgm:presLayoutVars>
          <dgm:bulletEnabled val="1"/>
        </dgm:presLayoutVars>
      </dgm:prSet>
      <dgm:spPr/>
    </dgm:pt>
    <dgm:pt modelId="{63C2A0B7-1BF8-45CF-8DCF-D8B0A846BAF7}" type="pres">
      <dgm:prSet presAssocID="{D8104D73-7B2C-4851-9083-272139B231B0}" presName="sibTrans" presStyleCnt="0"/>
      <dgm:spPr/>
    </dgm:pt>
    <dgm:pt modelId="{0A104659-8548-4F75-9F14-B9C59E92F661}" type="pres">
      <dgm:prSet presAssocID="{D1471217-C758-41E6-9476-884944084E61}" presName="node" presStyleLbl="alignAccFollowNode1" presStyleIdx="4" presStyleCnt="12">
        <dgm:presLayoutVars>
          <dgm:bulletEnabled val="1"/>
        </dgm:presLayoutVars>
      </dgm:prSet>
      <dgm:spPr/>
    </dgm:pt>
    <dgm:pt modelId="{F3750C8A-FF42-4FF8-A67C-2F9382D48B08}" type="pres">
      <dgm:prSet presAssocID="{D1ADF1F2-B921-45E0-97DA-5D2E5E51DB8C}" presName="sibTrans" presStyleCnt="0"/>
      <dgm:spPr/>
    </dgm:pt>
    <dgm:pt modelId="{78597D53-69A7-4445-A394-8B19FA293FB4}" type="pres">
      <dgm:prSet presAssocID="{2D7A8073-A5FA-444F-8A5C-38F262AA0C17}" presName="node" presStyleLbl="alignAccFollowNode1" presStyleIdx="5" presStyleCnt="12">
        <dgm:presLayoutVars>
          <dgm:bulletEnabled val="1"/>
        </dgm:presLayoutVars>
      </dgm:prSet>
      <dgm:spPr/>
    </dgm:pt>
    <dgm:pt modelId="{3ED4AB7A-287A-42EC-8712-8805BD02AB86}" type="pres">
      <dgm:prSet presAssocID="{CE16722A-0F5E-4B9E-B01A-3B85819F30DC}" presName="vSp" presStyleCnt="0"/>
      <dgm:spPr/>
    </dgm:pt>
    <dgm:pt modelId="{55100917-0E90-40CF-8C91-BBE326F40F99}" type="pres">
      <dgm:prSet presAssocID="{909BC94A-7C6D-462F-BE00-3B9D50FB9577}" presName="horFlow" presStyleCnt="0"/>
      <dgm:spPr/>
    </dgm:pt>
    <dgm:pt modelId="{83191682-8737-4E18-8C1D-DBECB2F3589F}" type="pres">
      <dgm:prSet presAssocID="{909BC94A-7C6D-462F-BE00-3B9D50FB9577}" presName="bigChev" presStyleLbl="node1" presStyleIdx="2" presStyleCnt="4"/>
      <dgm:spPr/>
    </dgm:pt>
    <dgm:pt modelId="{3CB1E083-EDA6-4011-A101-94FD130EE620}" type="pres">
      <dgm:prSet presAssocID="{91B35883-77A0-46CA-B52D-F5DFAA6A1332}" presName="parTrans" presStyleCnt="0"/>
      <dgm:spPr/>
    </dgm:pt>
    <dgm:pt modelId="{6BF218C6-4C7F-487E-9D40-7CD8F96BBC08}" type="pres">
      <dgm:prSet presAssocID="{E333F32D-20CC-4D08-9E46-D824F0740EA2}" presName="node" presStyleLbl="alignAccFollowNode1" presStyleIdx="6" presStyleCnt="12">
        <dgm:presLayoutVars>
          <dgm:bulletEnabled val="1"/>
        </dgm:presLayoutVars>
      </dgm:prSet>
      <dgm:spPr/>
    </dgm:pt>
    <dgm:pt modelId="{57479257-FE76-4271-A8FB-AEA54FC1852B}" type="pres">
      <dgm:prSet presAssocID="{D038BEEE-3526-4FD8-8EF4-D2072247167E}" presName="sibTrans" presStyleCnt="0"/>
      <dgm:spPr/>
    </dgm:pt>
    <dgm:pt modelId="{A437860C-361C-42DA-B565-1A83AA7496CA}" type="pres">
      <dgm:prSet presAssocID="{CDD0D393-47A6-4C76-AE9A-CB7D5E288572}" presName="node" presStyleLbl="alignAccFollowNode1" presStyleIdx="7" presStyleCnt="12">
        <dgm:presLayoutVars>
          <dgm:bulletEnabled val="1"/>
        </dgm:presLayoutVars>
      </dgm:prSet>
      <dgm:spPr/>
    </dgm:pt>
    <dgm:pt modelId="{9D4DFFC8-AB1E-4F85-80B8-B669BC766AD8}" type="pres">
      <dgm:prSet presAssocID="{A48231CC-7C80-413C-96F0-0512DAC73867}" presName="sibTrans" presStyleCnt="0"/>
      <dgm:spPr/>
    </dgm:pt>
    <dgm:pt modelId="{F0F9347B-9350-4D97-B5D5-49A01B888513}" type="pres">
      <dgm:prSet presAssocID="{88499470-A26B-46E6-9BB8-A63640C63FDB}" presName="node" presStyleLbl="alignAccFollowNode1" presStyleIdx="8" presStyleCnt="12">
        <dgm:presLayoutVars>
          <dgm:bulletEnabled val="1"/>
        </dgm:presLayoutVars>
      </dgm:prSet>
      <dgm:spPr/>
    </dgm:pt>
    <dgm:pt modelId="{137F2F5A-E0F6-4453-8F09-7B841AC36435}" type="pres">
      <dgm:prSet presAssocID="{909BC94A-7C6D-462F-BE00-3B9D50FB9577}" presName="vSp" presStyleCnt="0"/>
      <dgm:spPr/>
    </dgm:pt>
    <dgm:pt modelId="{6D54CBF5-23B8-43EB-91F4-431D5151E779}" type="pres">
      <dgm:prSet presAssocID="{7F88569A-1DDE-449F-A10A-2F3940BB2F3E}" presName="horFlow" presStyleCnt="0"/>
      <dgm:spPr/>
    </dgm:pt>
    <dgm:pt modelId="{E4AD3C67-F5BE-4B52-952C-D37DF00D10F0}" type="pres">
      <dgm:prSet presAssocID="{7F88569A-1DDE-449F-A10A-2F3940BB2F3E}" presName="bigChev" presStyleLbl="node1" presStyleIdx="3" presStyleCnt="4"/>
      <dgm:spPr/>
    </dgm:pt>
    <dgm:pt modelId="{B9173E3C-8B30-48EF-AB32-F876F6E15489}" type="pres">
      <dgm:prSet presAssocID="{65BA909C-1D9C-4F0C-92F8-4AFA17781F47}" presName="parTrans" presStyleCnt="0"/>
      <dgm:spPr/>
    </dgm:pt>
    <dgm:pt modelId="{65A95CAB-D7C6-4CD0-B35C-24AADD0E0274}" type="pres">
      <dgm:prSet presAssocID="{703D6AF3-AC89-4697-AC39-6716EE250B4D}" presName="node" presStyleLbl="alignAccFollowNode1" presStyleIdx="9" presStyleCnt="12">
        <dgm:presLayoutVars>
          <dgm:bulletEnabled val="1"/>
        </dgm:presLayoutVars>
      </dgm:prSet>
      <dgm:spPr/>
    </dgm:pt>
    <dgm:pt modelId="{108DD1A2-B23C-45FA-8122-0B43821933E9}" type="pres">
      <dgm:prSet presAssocID="{43F793E4-B128-44CE-9A1A-EF2A6DF7A34C}" presName="sibTrans" presStyleCnt="0"/>
      <dgm:spPr/>
    </dgm:pt>
    <dgm:pt modelId="{3C6C2331-FFBC-4769-9EB9-ADD5176A166D}" type="pres">
      <dgm:prSet presAssocID="{AD86EEC0-B184-455B-BF5B-58DA967C63EC}" presName="node" presStyleLbl="alignAccFollowNode1" presStyleIdx="10" presStyleCnt="12">
        <dgm:presLayoutVars>
          <dgm:bulletEnabled val="1"/>
        </dgm:presLayoutVars>
      </dgm:prSet>
      <dgm:spPr/>
    </dgm:pt>
    <dgm:pt modelId="{8D5C2897-8361-483E-B5F2-74512B49DE8B}" type="pres">
      <dgm:prSet presAssocID="{9985752E-9A34-4F51-9DC6-D9BC3B156FCA}" presName="sibTrans" presStyleCnt="0"/>
      <dgm:spPr/>
    </dgm:pt>
    <dgm:pt modelId="{15C299F9-D072-4286-88D2-29FB5B3FFD70}" type="pres">
      <dgm:prSet presAssocID="{0C819CAD-DFB5-4EC1-BA35-E7A618F6E547}" presName="node" presStyleLbl="alignAccFollowNode1" presStyleIdx="11" presStyleCnt="12">
        <dgm:presLayoutVars>
          <dgm:bulletEnabled val="1"/>
        </dgm:presLayoutVars>
      </dgm:prSet>
      <dgm:spPr/>
    </dgm:pt>
  </dgm:ptLst>
  <dgm:cxnLst>
    <dgm:cxn modelId="{35507E02-D47E-4C58-A597-783C31BA130D}" type="presOf" srcId="{0C819CAD-DFB5-4EC1-BA35-E7A618F6E547}" destId="{15C299F9-D072-4286-88D2-29FB5B3FFD70}" srcOrd="0" destOrd="0" presId="urn:microsoft.com/office/officeart/2005/8/layout/lProcess3"/>
    <dgm:cxn modelId="{38545A09-AE72-46F0-AF6D-8C7C6CB2ED1C}" type="presOf" srcId="{2D7A8073-A5FA-444F-8A5C-38F262AA0C17}" destId="{78597D53-69A7-4445-A394-8B19FA293FB4}" srcOrd="0" destOrd="0" presId="urn:microsoft.com/office/officeart/2005/8/layout/lProcess3"/>
    <dgm:cxn modelId="{20A2500E-3CE2-4899-B97A-0A317B398B75}" type="presOf" srcId="{CE16722A-0F5E-4B9E-B01A-3B85819F30DC}" destId="{CFF5D9C1-F269-4A7E-98F2-A793525C57BB}" srcOrd="0" destOrd="0" presId="urn:microsoft.com/office/officeart/2005/8/layout/lProcess3"/>
    <dgm:cxn modelId="{2A44A212-98C8-46F2-A0DF-32C200D9C785}" srcId="{1435565E-E319-4497-9415-4FF4154BC24E}" destId="{FDA70A94-B918-45B3-BB96-2FB23CA9307D}" srcOrd="0" destOrd="0" parTransId="{68FE88DC-2B8C-4AD8-B367-B369F21CBBD8}" sibTransId="{9178CA85-26DA-463D-9B87-66F9E818439E}"/>
    <dgm:cxn modelId="{90577B2B-0212-4BAA-80CB-64B92F2DB56D}" type="presOf" srcId="{CDD0D393-47A6-4C76-AE9A-CB7D5E288572}" destId="{A437860C-361C-42DA-B565-1A83AA7496CA}" srcOrd="0" destOrd="0" presId="urn:microsoft.com/office/officeart/2005/8/layout/lProcess3"/>
    <dgm:cxn modelId="{05B03E64-DF43-418C-8DF6-DBD5EA72112F}" srcId="{7F88569A-1DDE-449F-A10A-2F3940BB2F3E}" destId="{703D6AF3-AC89-4697-AC39-6716EE250B4D}" srcOrd="0" destOrd="0" parTransId="{65BA909C-1D9C-4F0C-92F8-4AFA17781F47}" sibTransId="{43F793E4-B128-44CE-9A1A-EF2A6DF7A34C}"/>
    <dgm:cxn modelId="{9A9B2645-1BB0-4845-874A-B1F13026F333}" srcId="{7F88569A-1DDE-449F-A10A-2F3940BB2F3E}" destId="{AD86EEC0-B184-455B-BF5B-58DA967C63EC}" srcOrd="1" destOrd="0" parTransId="{7A03FE0A-4A5C-4EE8-A4DC-29DE3F3904F7}" sibTransId="{9985752E-9A34-4F51-9DC6-D9BC3B156FCA}"/>
    <dgm:cxn modelId="{BDA4E945-18A3-4457-B313-416E175B9FF1}" srcId="{1435565E-E319-4497-9415-4FF4154BC24E}" destId="{039256A0-7246-4B13-90A6-13B2EECA2A1E}" srcOrd="2" destOrd="0" parTransId="{BAFE16DC-05A9-4163-97E0-9C57DBAAF809}" sibTransId="{3142ED98-CB99-4475-A62F-785C121C30C6}"/>
    <dgm:cxn modelId="{A279C646-D467-4FE0-96A4-22F327B45EF8}" srcId="{FEDB9627-057A-4396-9596-C61C47F0E571}" destId="{7F88569A-1DDE-449F-A10A-2F3940BB2F3E}" srcOrd="3" destOrd="0" parTransId="{4DE72050-31EE-45B2-938F-1C588FDCFBC1}" sibTransId="{DF518F53-911D-4412-9C18-05CAB3C56C26}"/>
    <dgm:cxn modelId="{A3C86E47-F76F-4C8B-B0A7-C8FDDF32D61C}" srcId="{1435565E-E319-4497-9415-4FF4154BC24E}" destId="{219DF218-C8F1-40E2-8C9D-C59AAC54406F}" srcOrd="1" destOrd="0" parTransId="{E07412F2-6190-4E4C-8381-2EC2B5FD7526}" sibTransId="{77968278-C945-4258-B442-0472E638E9F3}"/>
    <dgm:cxn modelId="{9D47516E-0428-41D0-8B78-981CEB6D85CC}" type="presOf" srcId="{1435565E-E319-4497-9415-4FF4154BC24E}" destId="{46C13A8E-956C-4BDB-B22B-D413A75F8475}" srcOrd="0" destOrd="0" presId="urn:microsoft.com/office/officeart/2005/8/layout/lProcess3"/>
    <dgm:cxn modelId="{D886934F-D3F7-4533-89EF-7CECDE5EAA0C}" srcId="{CE16722A-0F5E-4B9E-B01A-3B85819F30DC}" destId="{2D7A8073-A5FA-444F-8A5C-38F262AA0C17}" srcOrd="2" destOrd="0" parTransId="{E34BBEA1-D84B-4E23-95CD-91433320B386}" sibTransId="{2F121A60-324A-4664-982A-D17330501647}"/>
    <dgm:cxn modelId="{92F1994F-B683-4CE3-A119-81562F84ABA7}" type="presOf" srcId="{E333F32D-20CC-4D08-9E46-D824F0740EA2}" destId="{6BF218C6-4C7F-487E-9D40-7CD8F96BBC08}" srcOrd="0" destOrd="0" presId="urn:microsoft.com/office/officeart/2005/8/layout/lProcess3"/>
    <dgm:cxn modelId="{0483B84F-46FA-460F-9F51-61395D9B46D2}" srcId="{FEDB9627-057A-4396-9596-C61C47F0E571}" destId="{CE16722A-0F5E-4B9E-B01A-3B85819F30DC}" srcOrd="1" destOrd="0" parTransId="{E36408DB-05CB-414D-AB65-9325C998DB0E}" sibTransId="{BA2470B1-CDED-41D8-BD6E-521F38E2ED06}"/>
    <dgm:cxn modelId="{0DA4E653-BE39-44D4-94DF-E6E85DD3DBA5}" srcId="{FEDB9627-057A-4396-9596-C61C47F0E571}" destId="{1435565E-E319-4497-9415-4FF4154BC24E}" srcOrd="0" destOrd="0" parTransId="{750C51E3-1EA8-4A0D-83F7-E298CEE2DE2D}" sibTransId="{7719AE29-E1B1-47DE-A575-978E187949FD}"/>
    <dgm:cxn modelId="{9957D956-0DDD-47EF-AAE8-32701FF44AC8}" type="presOf" srcId="{909BC94A-7C6D-462F-BE00-3B9D50FB9577}" destId="{83191682-8737-4E18-8C1D-DBECB2F3589F}" srcOrd="0" destOrd="0" presId="urn:microsoft.com/office/officeart/2005/8/layout/lProcess3"/>
    <dgm:cxn modelId="{7C18FB8F-E5F5-4F63-B883-0A88D12C9971}" type="presOf" srcId="{703D6AF3-AC89-4697-AC39-6716EE250B4D}" destId="{65A95CAB-D7C6-4CD0-B35C-24AADD0E0274}" srcOrd="0" destOrd="0" presId="urn:microsoft.com/office/officeart/2005/8/layout/lProcess3"/>
    <dgm:cxn modelId="{04E69F93-189D-496B-BCFF-315C1C702EC8}" srcId="{909BC94A-7C6D-462F-BE00-3B9D50FB9577}" destId="{E333F32D-20CC-4D08-9E46-D824F0740EA2}" srcOrd="0" destOrd="0" parTransId="{91B35883-77A0-46CA-B52D-F5DFAA6A1332}" sibTransId="{D038BEEE-3526-4FD8-8EF4-D2072247167E}"/>
    <dgm:cxn modelId="{B3CB2F99-943D-49BE-89D8-03C4423A9681}" srcId="{7F88569A-1DDE-449F-A10A-2F3940BB2F3E}" destId="{0C819CAD-DFB5-4EC1-BA35-E7A618F6E547}" srcOrd="2" destOrd="0" parTransId="{168E16BB-7D68-4653-9859-7BA744A30418}" sibTransId="{5DEB8687-A38C-43C3-A90E-4893F6AE960D}"/>
    <dgm:cxn modelId="{D3756C9C-038E-42D4-9E41-CD317F3895F8}" type="presOf" srcId="{FEDB9627-057A-4396-9596-C61C47F0E571}" destId="{80463FE5-C9B6-4077-BCEB-19F8D0BADC3F}" srcOrd="0" destOrd="0" presId="urn:microsoft.com/office/officeart/2005/8/layout/lProcess3"/>
    <dgm:cxn modelId="{E2B72DAF-197B-41E4-8816-3DF2B01E4A84}" type="presOf" srcId="{05454686-D99A-40F8-8E5E-3E0FE0CD109C}" destId="{BA073665-7A9F-4B7E-A5E7-0EA7D651E89F}" srcOrd="0" destOrd="0" presId="urn:microsoft.com/office/officeart/2005/8/layout/lProcess3"/>
    <dgm:cxn modelId="{9F8F6EB2-6A67-417D-95B7-4D751C276863}" srcId="{CE16722A-0F5E-4B9E-B01A-3B85819F30DC}" destId="{05454686-D99A-40F8-8E5E-3E0FE0CD109C}" srcOrd="0" destOrd="0" parTransId="{73ECD20C-2170-4FE8-996C-4AD4EE0DE4EC}" sibTransId="{D8104D73-7B2C-4851-9083-272139B231B0}"/>
    <dgm:cxn modelId="{E1FA6EBC-555F-46A5-B509-FF2E79C04437}" type="presOf" srcId="{219DF218-C8F1-40E2-8C9D-C59AAC54406F}" destId="{202403C0-BA2C-4897-9255-114553D722AE}" srcOrd="0" destOrd="0" presId="urn:microsoft.com/office/officeart/2005/8/layout/lProcess3"/>
    <dgm:cxn modelId="{8C90B4BE-61D1-46CB-8E8F-F57CEBADE3F9}" type="presOf" srcId="{FDA70A94-B918-45B3-BB96-2FB23CA9307D}" destId="{7B5D24DC-5F5E-452A-9181-AF1CC8DFD3D1}" srcOrd="0" destOrd="0" presId="urn:microsoft.com/office/officeart/2005/8/layout/lProcess3"/>
    <dgm:cxn modelId="{E482CCC9-CD4A-4662-BDFB-A20E47054BBD}" srcId="{909BC94A-7C6D-462F-BE00-3B9D50FB9577}" destId="{CDD0D393-47A6-4C76-AE9A-CB7D5E288572}" srcOrd="1" destOrd="0" parTransId="{A9D9A123-33B6-4B00-B6B4-F90FC5B982EB}" sibTransId="{A48231CC-7C80-413C-96F0-0512DAC73867}"/>
    <dgm:cxn modelId="{8F1F33D0-8099-4E4C-A7D7-B3FF00181978}" type="presOf" srcId="{039256A0-7246-4B13-90A6-13B2EECA2A1E}" destId="{11CC0363-9684-40AE-9C7A-91252DC8030D}" srcOrd="0" destOrd="0" presId="urn:microsoft.com/office/officeart/2005/8/layout/lProcess3"/>
    <dgm:cxn modelId="{4680F4D2-6080-48E2-8DBB-BE7E725E4485}" type="presOf" srcId="{AD86EEC0-B184-455B-BF5B-58DA967C63EC}" destId="{3C6C2331-FFBC-4769-9EB9-ADD5176A166D}" srcOrd="0" destOrd="0" presId="urn:microsoft.com/office/officeart/2005/8/layout/lProcess3"/>
    <dgm:cxn modelId="{958B33D3-A4DD-4E57-831F-5B832FAFC2A8}" srcId="{909BC94A-7C6D-462F-BE00-3B9D50FB9577}" destId="{88499470-A26B-46E6-9BB8-A63640C63FDB}" srcOrd="2" destOrd="0" parTransId="{D9748867-47ED-46B4-83EA-7A102C829C89}" sibTransId="{54C0B131-8A6A-4157-BEA9-9BBE6D0FB813}"/>
    <dgm:cxn modelId="{E39240DD-C091-41A5-8AC7-076F389C3A6A}" type="presOf" srcId="{D1471217-C758-41E6-9476-884944084E61}" destId="{0A104659-8548-4F75-9F14-B9C59E92F661}" srcOrd="0" destOrd="0" presId="urn:microsoft.com/office/officeart/2005/8/layout/lProcess3"/>
    <dgm:cxn modelId="{0B02E3EC-C922-4A49-B403-9A16B2FB66AD}" type="presOf" srcId="{88499470-A26B-46E6-9BB8-A63640C63FDB}" destId="{F0F9347B-9350-4D97-B5D5-49A01B888513}" srcOrd="0" destOrd="0" presId="urn:microsoft.com/office/officeart/2005/8/layout/lProcess3"/>
    <dgm:cxn modelId="{A17407EE-A879-4F7E-949F-ED52AEDED680}" srcId="{FEDB9627-057A-4396-9596-C61C47F0E571}" destId="{909BC94A-7C6D-462F-BE00-3B9D50FB9577}" srcOrd="2" destOrd="0" parTransId="{B7766253-6BED-4AEF-9BED-BA5AB28B4126}" sibTransId="{F85681BE-DDC0-41C2-8E01-0A7CCD20E4B3}"/>
    <dgm:cxn modelId="{4781B6F5-35A7-4EC2-AB22-6F6C3633AF50}" srcId="{CE16722A-0F5E-4B9E-B01A-3B85819F30DC}" destId="{D1471217-C758-41E6-9476-884944084E61}" srcOrd="1" destOrd="0" parTransId="{4A2A9E2F-F000-40B3-B227-DDACE1C577F7}" sibTransId="{D1ADF1F2-B921-45E0-97DA-5D2E5E51DB8C}"/>
    <dgm:cxn modelId="{BFE09DF7-2E0A-484D-84B4-5416A2BA3379}" type="presOf" srcId="{7F88569A-1DDE-449F-A10A-2F3940BB2F3E}" destId="{E4AD3C67-F5BE-4B52-952C-D37DF00D10F0}" srcOrd="0" destOrd="0" presId="urn:microsoft.com/office/officeart/2005/8/layout/lProcess3"/>
    <dgm:cxn modelId="{926B7061-04D0-4593-9248-939D5741E8AF}" type="presParOf" srcId="{80463FE5-C9B6-4077-BCEB-19F8D0BADC3F}" destId="{93719D7D-7D33-4920-A57C-6E72DA005DF0}" srcOrd="0" destOrd="0" presId="urn:microsoft.com/office/officeart/2005/8/layout/lProcess3"/>
    <dgm:cxn modelId="{61F6E8B4-6322-4C9A-A6C1-DB4232B3DD75}" type="presParOf" srcId="{93719D7D-7D33-4920-A57C-6E72DA005DF0}" destId="{46C13A8E-956C-4BDB-B22B-D413A75F8475}" srcOrd="0" destOrd="0" presId="urn:microsoft.com/office/officeart/2005/8/layout/lProcess3"/>
    <dgm:cxn modelId="{31869D3D-A2B7-41FD-A4A2-FBD1ABA75833}" type="presParOf" srcId="{93719D7D-7D33-4920-A57C-6E72DA005DF0}" destId="{8AFE7E27-E608-4F75-86B4-CF64FADDC9AD}" srcOrd="1" destOrd="0" presId="urn:microsoft.com/office/officeart/2005/8/layout/lProcess3"/>
    <dgm:cxn modelId="{ED3F3F27-D55E-4957-AF5D-570A746F7AF0}" type="presParOf" srcId="{93719D7D-7D33-4920-A57C-6E72DA005DF0}" destId="{7B5D24DC-5F5E-452A-9181-AF1CC8DFD3D1}" srcOrd="2" destOrd="0" presId="urn:microsoft.com/office/officeart/2005/8/layout/lProcess3"/>
    <dgm:cxn modelId="{82D0F68F-37C7-42B0-96D2-81C8EEAE7BC2}" type="presParOf" srcId="{93719D7D-7D33-4920-A57C-6E72DA005DF0}" destId="{8ECDDF99-A69C-45B1-995D-705096A58AAB}" srcOrd="3" destOrd="0" presId="urn:microsoft.com/office/officeart/2005/8/layout/lProcess3"/>
    <dgm:cxn modelId="{5394EE91-B114-4AB4-8E88-6F28783B9E0C}" type="presParOf" srcId="{93719D7D-7D33-4920-A57C-6E72DA005DF0}" destId="{202403C0-BA2C-4897-9255-114553D722AE}" srcOrd="4" destOrd="0" presId="urn:microsoft.com/office/officeart/2005/8/layout/lProcess3"/>
    <dgm:cxn modelId="{ED7500BD-FC26-4229-B519-C5198D26AF4A}" type="presParOf" srcId="{93719D7D-7D33-4920-A57C-6E72DA005DF0}" destId="{FDCFC0A5-EA7B-458F-BE2A-ED0FE5AF4FB5}" srcOrd="5" destOrd="0" presId="urn:microsoft.com/office/officeart/2005/8/layout/lProcess3"/>
    <dgm:cxn modelId="{1489FEFE-2617-4BAE-B93C-3DB5B31875A2}" type="presParOf" srcId="{93719D7D-7D33-4920-A57C-6E72DA005DF0}" destId="{11CC0363-9684-40AE-9C7A-91252DC8030D}" srcOrd="6" destOrd="0" presId="urn:microsoft.com/office/officeart/2005/8/layout/lProcess3"/>
    <dgm:cxn modelId="{693E9D80-5A59-4F4C-BE52-103B140FBA80}" type="presParOf" srcId="{80463FE5-C9B6-4077-BCEB-19F8D0BADC3F}" destId="{94F6EF8A-82A6-427B-9072-4EA1CB79DCA0}" srcOrd="1" destOrd="0" presId="urn:microsoft.com/office/officeart/2005/8/layout/lProcess3"/>
    <dgm:cxn modelId="{C4EA8584-492A-4475-89CC-46EDD81BFA2A}" type="presParOf" srcId="{80463FE5-C9B6-4077-BCEB-19F8D0BADC3F}" destId="{B9A7102B-CB4A-4924-A51F-93F03EC6B16D}" srcOrd="2" destOrd="0" presId="urn:microsoft.com/office/officeart/2005/8/layout/lProcess3"/>
    <dgm:cxn modelId="{861D6535-8B0E-42A2-B766-52D06192E57C}" type="presParOf" srcId="{B9A7102B-CB4A-4924-A51F-93F03EC6B16D}" destId="{CFF5D9C1-F269-4A7E-98F2-A793525C57BB}" srcOrd="0" destOrd="0" presId="urn:microsoft.com/office/officeart/2005/8/layout/lProcess3"/>
    <dgm:cxn modelId="{B4169BE0-B249-429A-8836-9121C74B022F}" type="presParOf" srcId="{B9A7102B-CB4A-4924-A51F-93F03EC6B16D}" destId="{4FC58B72-2029-4B8C-A687-BB61E4B9D78D}" srcOrd="1" destOrd="0" presId="urn:microsoft.com/office/officeart/2005/8/layout/lProcess3"/>
    <dgm:cxn modelId="{9EA1A443-1F13-4272-9ED5-27D47D6C0554}" type="presParOf" srcId="{B9A7102B-CB4A-4924-A51F-93F03EC6B16D}" destId="{BA073665-7A9F-4B7E-A5E7-0EA7D651E89F}" srcOrd="2" destOrd="0" presId="urn:microsoft.com/office/officeart/2005/8/layout/lProcess3"/>
    <dgm:cxn modelId="{3079010E-20F2-405D-9C0C-302180E50408}" type="presParOf" srcId="{B9A7102B-CB4A-4924-A51F-93F03EC6B16D}" destId="{63C2A0B7-1BF8-45CF-8DCF-D8B0A846BAF7}" srcOrd="3" destOrd="0" presId="urn:microsoft.com/office/officeart/2005/8/layout/lProcess3"/>
    <dgm:cxn modelId="{06AC3D4B-975B-4F2C-8D7D-74299B609E4F}" type="presParOf" srcId="{B9A7102B-CB4A-4924-A51F-93F03EC6B16D}" destId="{0A104659-8548-4F75-9F14-B9C59E92F661}" srcOrd="4" destOrd="0" presId="urn:microsoft.com/office/officeart/2005/8/layout/lProcess3"/>
    <dgm:cxn modelId="{DD5A5FF3-11A4-4CA9-86BA-8A0DA58DA2AE}" type="presParOf" srcId="{B9A7102B-CB4A-4924-A51F-93F03EC6B16D}" destId="{F3750C8A-FF42-4FF8-A67C-2F9382D48B08}" srcOrd="5" destOrd="0" presId="urn:microsoft.com/office/officeart/2005/8/layout/lProcess3"/>
    <dgm:cxn modelId="{1FDB5CA8-8A61-48EA-B5D4-A6B1C2EA11DB}" type="presParOf" srcId="{B9A7102B-CB4A-4924-A51F-93F03EC6B16D}" destId="{78597D53-69A7-4445-A394-8B19FA293FB4}" srcOrd="6" destOrd="0" presId="urn:microsoft.com/office/officeart/2005/8/layout/lProcess3"/>
    <dgm:cxn modelId="{CBEFBDFD-7FCA-44D6-9FF7-0AD9A1DDB38D}" type="presParOf" srcId="{80463FE5-C9B6-4077-BCEB-19F8D0BADC3F}" destId="{3ED4AB7A-287A-42EC-8712-8805BD02AB86}" srcOrd="3" destOrd="0" presId="urn:microsoft.com/office/officeart/2005/8/layout/lProcess3"/>
    <dgm:cxn modelId="{7B28834B-F60F-4E19-B2DD-0A522AE2993B}" type="presParOf" srcId="{80463FE5-C9B6-4077-BCEB-19F8D0BADC3F}" destId="{55100917-0E90-40CF-8C91-BBE326F40F99}" srcOrd="4" destOrd="0" presId="urn:microsoft.com/office/officeart/2005/8/layout/lProcess3"/>
    <dgm:cxn modelId="{B97C67F0-B0C2-4B2E-AF58-E7F289538756}" type="presParOf" srcId="{55100917-0E90-40CF-8C91-BBE326F40F99}" destId="{83191682-8737-4E18-8C1D-DBECB2F3589F}" srcOrd="0" destOrd="0" presId="urn:microsoft.com/office/officeart/2005/8/layout/lProcess3"/>
    <dgm:cxn modelId="{551C325E-1E35-4E6E-A019-87F39B6268E5}" type="presParOf" srcId="{55100917-0E90-40CF-8C91-BBE326F40F99}" destId="{3CB1E083-EDA6-4011-A101-94FD130EE620}" srcOrd="1" destOrd="0" presId="urn:microsoft.com/office/officeart/2005/8/layout/lProcess3"/>
    <dgm:cxn modelId="{F839B1C2-D206-42DB-8C7B-AD1B8CF470FD}" type="presParOf" srcId="{55100917-0E90-40CF-8C91-BBE326F40F99}" destId="{6BF218C6-4C7F-487E-9D40-7CD8F96BBC08}" srcOrd="2" destOrd="0" presId="urn:microsoft.com/office/officeart/2005/8/layout/lProcess3"/>
    <dgm:cxn modelId="{107AE235-ED1C-4603-986C-7C8361C9BD72}" type="presParOf" srcId="{55100917-0E90-40CF-8C91-BBE326F40F99}" destId="{57479257-FE76-4271-A8FB-AEA54FC1852B}" srcOrd="3" destOrd="0" presId="urn:microsoft.com/office/officeart/2005/8/layout/lProcess3"/>
    <dgm:cxn modelId="{90B6E801-61BA-4F17-98B6-189AC947B5BC}" type="presParOf" srcId="{55100917-0E90-40CF-8C91-BBE326F40F99}" destId="{A437860C-361C-42DA-B565-1A83AA7496CA}" srcOrd="4" destOrd="0" presId="urn:microsoft.com/office/officeart/2005/8/layout/lProcess3"/>
    <dgm:cxn modelId="{CBAB5A86-EBC4-426A-BDEA-18E80B2E2ABB}" type="presParOf" srcId="{55100917-0E90-40CF-8C91-BBE326F40F99}" destId="{9D4DFFC8-AB1E-4F85-80B8-B669BC766AD8}" srcOrd="5" destOrd="0" presId="urn:microsoft.com/office/officeart/2005/8/layout/lProcess3"/>
    <dgm:cxn modelId="{6DFAA2B7-A4F1-4831-8A17-4836FDC9C7DB}" type="presParOf" srcId="{55100917-0E90-40CF-8C91-BBE326F40F99}" destId="{F0F9347B-9350-4D97-B5D5-49A01B888513}" srcOrd="6" destOrd="0" presId="urn:microsoft.com/office/officeart/2005/8/layout/lProcess3"/>
    <dgm:cxn modelId="{BDDD0E25-D069-400D-B7DE-8AF6A08434D5}" type="presParOf" srcId="{80463FE5-C9B6-4077-BCEB-19F8D0BADC3F}" destId="{137F2F5A-E0F6-4453-8F09-7B841AC36435}" srcOrd="5" destOrd="0" presId="urn:microsoft.com/office/officeart/2005/8/layout/lProcess3"/>
    <dgm:cxn modelId="{E28E5044-0C0A-435B-9CE7-DD412EA1C65D}" type="presParOf" srcId="{80463FE5-C9B6-4077-BCEB-19F8D0BADC3F}" destId="{6D54CBF5-23B8-43EB-91F4-431D5151E779}" srcOrd="6" destOrd="0" presId="urn:microsoft.com/office/officeart/2005/8/layout/lProcess3"/>
    <dgm:cxn modelId="{EDEBF892-E80B-4F15-BB40-75FE82F9C043}" type="presParOf" srcId="{6D54CBF5-23B8-43EB-91F4-431D5151E779}" destId="{E4AD3C67-F5BE-4B52-952C-D37DF00D10F0}" srcOrd="0" destOrd="0" presId="urn:microsoft.com/office/officeart/2005/8/layout/lProcess3"/>
    <dgm:cxn modelId="{62CDC8B3-104F-4D00-B24B-A41DC866D83A}" type="presParOf" srcId="{6D54CBF5-23B8-43EB-91F4-431D5151E779}" destId="{B9173E3C-8B30-48EF-AB32-F876F6E15489}" srcOrd="1" destOrd="0" presId="urn:microsoft.com/office/officeart/2005/8/layout/lProcess3"/>
    <dgm:cxn modelId="{22D602A8-5A70-4471-B06F-8AF8EA69D737}" type="presParOf" srcId="{6D54CBF5-23B8-43EB-91F4-431D5151E779}" destId="{65A95CAB-D7C6-4CD0-B35C-24AADD0E0274}" srcOrd="2" destOrd="0" presId="urn:microsoft.com/office/officeart/2005/8/layout/lProcess3"/>
    <dgm:cxn modelId="{3479BF34-8671-4D45-A6C3-679BE60EC71D}" type="presParOf" srcId="{6D54CBF5-23B8-43EB-91F4-431D5151E779}" destId="{108DD1A2-B23C-45FA-8122-0B43821933E9}" srcOrd="3" destOrd="0" presId="urn:microsoft.com/office/officeart/2005/8/layout/lProcess3"/>
    <dgm:cxn modelId="{D0540255-5A9A-4CD9-8D8E-D26DF1102042}" type="presParOf" srcId="{6D54CBF5-23B8-43EB-91F4-431D5151E779}" destId="{3C6C2331-FFBC-4769-9EB9-ADD5176A166D}" srcOrd="4" destOrd="0" presId="urn:microsoft.com/office/officeart/2005/8/layout/lProcess3"/>
    <dgm:cxn modelId="{8991A31B-25F5-45B7-B799-3E9E3126693F}" type="presParOf" srcId="{6D54CBF5-23B8-43EB-91F4-431D5151E779}" destId="{8D5C2897-8361-483E-B5F2-74512B49DE8B}" srcOrd="5" destOrd="0" presId="urn:microsoft.com/office/officeart/2005/8/layout/lProcess3"/>
    <dgm:cxn modelId="{96E00406-3211-4D2E-9E44-71D345C1B25D}" type="presParOf" srcId="{6D54CBF5-23B8-43EB-91F4-431D5151E779}" destId="{15C299F9-D072-4286-88D2-29FB5B3FFD70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D7942A0-B7D2-4B14-8FEA-55FC702F5BE7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95A5E99-E976-4550-8F80-53CC813F2F5A}">
      <dgm:prSet phldrT="[Text]"/>
      <dgm:spPr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</a:gradFill>
      </dgm:spPr>
      <dgm:t>
        <a:bodyPr/>
        <a:lstStyle/>
        <a:p>
          <a:r>
            <a:rPr lang="en-US" dirty="0"/>
            <a:t>Implement Advanced POS System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03339A0D-5DC0-4B29-8353-C5AEBFD4DE86}" type="parTrans" cxnId="{D1A4D8E6-F04E-4AB1-8D0C-63DC7AB1E81F}">
      <dgm:prSet/>
      <dgm:spPr/>
      <dgm:t>
        <a:bodyPr/>
        <a:lstStyle/>
        <a:p>
          <a:endParaRPr lang="en-US"/>
        </a:p>
      </dgm:t>
    </dgm:pt>
    <dgm:pt modelId="{8877691F-1B60-4485-9174-DDEC7EE68B70}" type="sibTrans" cxnId="{D1A4D8E6-F04E-4AB1-8D0C-63DC7AB1E81F}">
      <dgm:prSet/>
      <dgm:spPr/>
      <dgm:t>
        <a:bodyPr/>
        <a:lstStyle/>
        <a:p>
          <a:endParaRPr lang="en-US"/>
        </a:p>
      </dgm:t>
    </dgm:pt>
    <dgm:pt modelId="{8EC937D8-BD76-4A12-A3E5-900D5C1E2E05}">
      <dgm:prSet phldrT="[Text]"/>
      <dgm:spPr/>
      <dgm:t>
        <a:bodyPr/>
        <a:lstStyle/>
        <a:p>
          <a:r>
            <a:rPr lang="en-US" dirty="0"/>
            <a:t>Deploy Customer Relationship Management Software</a:t>
          </a:r>
        </a:p>
      </dgm:t>
    </dgm:pt>
    <dgm:pt modelId="{8265EE85-9851-494E-A6D3-1CDACE947DF3}" type="parTrans" cxnId="{43DC8383-AEE5-490C-A8E5-1F216F2B8FE6}">
      <dgm:prSet/>
      <dgm:spPr/>
      <dgm:t>
        <a:bodyPr/>
        <a:lstStyle/>
        <a:p>
          <a:endParaRPr lang="en-US"/>
        </a:p>
      </dgm:t>
    </dgm:pt>
    <dgm:pt modelId="{B3EFD4A5-9FA1-4ABE-B722-05162509509B}" type="sibTrans" cxnId="{43DC8383-AEE5-490C-A8E5-1F216F2B8FE6}">
      <dgm:prSet/>
      <dgm:spPr/>
      <dgm:t>
        <a:bodyPr/>
        <a:lstStyle/>
        <a:p>
          <a:endParaRPr lang="en-US"/>
        </a:p>
      </dgm:t>
    </dgm:pt>
    <dgm:pt modelId="{7133ECF5-4190-4604-AA2F-03C9A0A9210F}">
      <dgm:prSet phldrT="[Text]"/>
      <dgm:spPr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</a:gradFill>
      </dgm:spPr>
      <dgm:t>
        <a:bodyPr/>
        <a:lstStyle/>
        <a:p>
          <a:r>
            <a:rPr lang="en-US" dirty="0"/>
            <a:t>Enhance Security Systems</a:t>
          </a:r>
        </a:p>
      </dgm:t>
      <dgm:extLst>
        <a:ext uri="{E40237B7-FDA0-4F09-8148-C483321AD2D9}">
          <dgm14:cNvPr xmlns:dgm14="http://schemas.microsoft.com/office/drawing/2010/diagram" id="0" name="" descr="Staggered process showing 3 tasks arranged one below the other and two downward pointing arrows are used to indicate progression from first task to second task and second task to third task."/>
        </a:ext>
      </dgm:extLst>
    </dgm:pt>
    <dgm:pt modelId="{7D1B29D7-21DD-436A-8F7C-E87DE53C1431}" type="parTrans" cxnId="{011A9761-E983-4C7D-AB1D-2038261D8FF8}">
      <dgm:prSet/>
      <dgm:spPr/>
      <dgm:t>
        <a:bodyPr/>
        <a:lstStyle/>
        <a:p>
          <a:endParaRPr lang="en-US"/>
        </a:p>
      </dgm:t>
    </dgm:pt>
    <dgm:pt modelId="{46037378-034A-4662-877A-B53E1DA069A3}" type="sibTrans" cxnId="{011A9761-E983-4C7D-AB1D-2038261D8FF8}">
      <dgm:prSet/>
      <dgm:spPr/>
      <dgm:t>
        <a:bodyPr/>
        <a:lstStyle/>
        <a:p>
          <a:endParaRPr lang="en-US"/>
        </a:p>
      </dgm:t>
    </dgm:pt>
    <dgm:pt modelId="{1D84D8B6-AB32-4491-B5D2-EFE3D7668B88}" type="pres">
      <dgm:prSet presAssocID="{CD7942A0-B7D2-4B14-8FEA-55FC702F5BE7}" presName="outerComposite" presStyleCnt="0">
        <dgm:presLayoutVars>
          <dgm:chMax val="5"/>
          <dgm:dir/>
          <dgm:resizeHandles val="exact"/>
        </dgm:presLayoutVars>
      </dgm:prSet>
      <dgm:spPr/>
    </dgm:pt>
    <dgm:pt modelId="{3E0E8213-E460-4EB7-9A92-C2B1CC553F0D}" type="pres">
      <dgm:prSet presAssocID="{CD7942A0-B7D2-4B14-8FEA-55FC702F5BE7}" presName="dummyMaxCanvas" presStyleCnt="0">
        <dgm:presLayoutVars/>
      </dgm:prSet>
      <dgm:spPr/>
    </dgm:pt>
    <dgm:pt modelId="{124EF20B-D98C-45B2-BB13-7B93B5373CEB}" type="pres">
      <dgm:prSet presAssocID="{CD7942A0-B7D2-4B14-8FEA-55FC702F5BE7}" presName="ThreeNodes_1" presStyleLbl="node1" presStyleIdx="0" presStyleCnt="3">
        <dgm:presLayoutVars>
          <dgm:bulletEnabled val="1"/>
        </dgm:presLayoutVars>
      </dgm:prSet>
      <dgm:spPr/>
    </dgm:pt>
    <dgm:pt modelId="{CA544AF7-F7B2-4CA5-9251-B4CDB8D06634}" type="pres">
      <dgm:prSet presAssocID="{CD7942A0-B7D2-4B14-8FEA-55FC702F5BE7}" presName="ThreeNodes_2" presStyleLbl="node1" presStyleIdx="1" presStyleCnt="3">
        <dgm:presLayoutVars>
          <dgm:bulletEnabled val="1"/>
        </dgm:presLayoutVars>
      </dgm:prSet>
      <dgm:spPr/>
    </dgm:pt>
    <dgm:pt modelId="{2AE92D3F-F0FA-45DD-BB60-4C6FBC6BC016}" type="pres">
      <dgm:prSet presAssocID="{CD7942A0-B7D2-4B14-8FEA-55FC702F5BE7}" presName="ThreeNodes_3" presStyleLbl="node1" presStyleIdx="2" presStyleCnt="3">
        <dgm:presLayoutVars>
          <dgm:bulletEnabled val="1"/>
        </dgm:presLayoutVars>
      </dgm:prSet>
      <dgm:spPr/>
    </dgm:pt>
    <dgm:pt modelId="{9CA877D8-99F8-40A0-89E9-59A61C9A70F4}" type="pres">
      <dgm:prSet presAssocID="{CD7942A0-B7D2-4B14-8FEA-55FC702F5BE7}" presName="ThreeConn_1-2" presStyleLbl="fgAccFollowNode1" presStyleIdx="0" presStyleCnt="2">
        <dgm:presLayoutVars>
          <dgm:bulletEnabled val="1"/>
        </dgm:presLayoutVars>
      </dgm:prSet>
      <dgm:spPr/>
    </dgm:pt>
    <dgm:pt modelId="{62643EF2-016C-41F1-8CBC-398422A85727}" type="pres">
      <dgm:prSet presAssocID="{CD7942A0-B7D2-4B14-8FEA-55FC702F5BE7}" presName="ThreeConn_2-3" presStyleLbl="fgAccFollowNode1" presStyleIdx="1" presStyleCnt="2">
        <dgm:presLayoutVars>
          <dgm:bulletEnabled val="1"/>
        </dgm:presLayoutVars>
      </dgm:prSet>
      <dgm:spPr/>
    </dgm:pt>
    <dgm:pt modelId="{7A2F6994-DA87-4497-BFC7-DD9D6EC5315F}" type="pres">
      <dgm:prSet presAssocID="{CD7942A0-B7D2-4B14-8FEA-55FC702F5BE7}" presName="ThreeNodes_1_text" presStyleLbl="node1" presStyleIdx="2" presStyleCnt="3">
        <dgm:presLayoutVars>
          <dgm:bulletEnabled val="1"/>
        </dgm:presLayoutVars>
      </dgm:prSet>
      <dgm:spPr/>
    </dgm:pt>
    <dgm:pt modelId="{916C48CB-E452-4B79-A9B9-4C9A90B47960}" type="pres">
      <dgm:prSet presAssocID="{CD7942A0-B7D2-4B14-8FEA-55FC702F5BE7}" presName="ThreeNodes_2_text" presStyleLbl="node1" presStyleIdx="2" presStyleCnt="3">
        <dgm:presLayoutVars>
          <dgm:bulletEnabled val="1"/>
        </dgm:presLayoutVars>
      </dgm:prSet>
      <dgm:spPr/>
    </dgm:pt>
    <dgm:pt modelId="{A31D264E-E285-4E5C-8EB7-762CD501BE72}" type="pres">
      <dgm:prSet presAssocID="{CD7942A0-B7D2-4B14-8FEA-55FC702F5BE7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A89A138-BC1A-490F-935E-2EC3F74E8E18}" type="presOf" srcId="{7133ECF5-4190-4604-AA2F-03C9A0A9210F}" destId="{2AE92D3F-F0FA-45DD-BB60-4C6FBC6BC016}" srcOrd="0" destOrd="0" presId="urn:microsoft.com/office/officeart/2005/8/layout/vProcess5"/>
    <dgm:cxn modelId="{011A9761-E983-4C7D-AB1D-2038261D8FF8}" srcId="{CD7942A0-B7D2-4B14-8FEA-55FC702F5BE7}" destId="{7133ECF5-4190-4604-AA2F-03C9A0A9210F}" srcOrd="2" destOrd="0" parTransId="{7D1B29D7-21DD-436A-8F7C-E87DE53C1431}" sibTransId="{46037378-034A-4662-877A-B53E1DA069A3}"/>
    <dgm:cxn modelId="{8A063A46-8F8D-405A-B2D6-6495FA638F46}" type="presOf" srcId="{8EC937D8-BD76-4A12-A3E5-900D5C1E2E05}" destId="{CA544AF7-F7B2-4CA5-9251-B4CDB8D06634}" srcOrd="0" destOrd="0" presId="urn:microsoft.com/office/officeart/2005/8/layout/vProcess5"/>
    <dgm:cxn modelId="{A071614A-8A85-47B2-A113-0652CAB9B428}" type="presOf" srcId="{095A5E99-E976-4550-8F80-53CC813F2F5A}" destId="{124EF20B-D98C-45B2-BB13-7B93B5373CEB}" srcOrd="0" destOrd="0" presId="urn:microsoft.com/office/officeart/2005/8/layout/vProcess5"/>
    <dgm:cxn modelId="{43DC8383-AEE5-490C-A8E5-1F216F2B8FE6}" srcId="{CD7942A0-B7D2-4B14-8FEA-55FC702F5BE7}" destId="{8EC937D8-BD76-4A12-A3E5-900D5C1E2E05}" srcOrd="1" destOrd="0" parTransId="{8265EE85-9851-494E-A6D3-1CDACE947DF3}" sibTransId="{B3EFD4A5-9FA1-4ABE-B722-05162509509B}"/>
    <dgm:cxn modelId="{03E7038C-2CC0-496B-88A0-60396CDC31E4}" type="presOf" srcId="{7133ECF5-4190-4604-AA2F-03C9A0A9210F}" destId="{A31D264E-E285-4E5C-8EB7-762CD501BE72}" srcOrd="1" destOrd="0" presId="urn:microsoft.com/office/officeart/2005/8/layout/vProcess5"/>
    <dgm:cxn modelId="{C2D0E194-BD14-4AD2-9E3A-CE984C34B6CD}" type="presOf" srcId="{CD7942A0-B7D2-4B14-8FEA-55FC702F5BE7}" destId="{1D84D8B6-AB32-4491-B5D2-EFE3D7668B88}" srcOrd="0" destOrd="0" presId="urn:microsoft.com/office/officeart/2005/8/layout/vProcess5"/>
    <dgm:cxn modelId="{BB374C9D-646D-46E6-89B4-117F0E21BA34}" type="presOf" srcId="{8EC937D8-BD76-4A12-A3E5-900D5C1E2E05}" destId="{916C48CB-E452-4B79-A9B9-4C9A90B47960}" srcOrd="1" destOrd="0" presId="urn:microsoft.com/office/officeart/2005/8/layout/vProcess5"/>
    <dgm:cxn modelId="{12FC7FDE-4033-4970-A683-61DE6FA84E89}" type="presOf" srcId="{8877691F-1B60-4485-9174-DDEC7EE68B70}" destId="{9CA877D8-99F8-40A0-89E9-59A61C9A70F4}" srcOrd="0" destOrd="0" presId="urn:microsoft.com/office/officeart/2005/8/layout/vProcess5"/>
    <dgm:cxn modelId="{D1A4D8E6-F04E-4AB1-8D0C-63DC7AB1E81F}" srcId="{CD7942A0-B7D2-4B14-8FEA-55FC702F5BE7}" destId="{095A5E99-E976-4550-8F80-53CC813F2F5A}" srcOrd="0" destOrd="0" parTransId="{03339A0D-5DC0-4B29-8353-C5AEBFD4DE86}" sibTransId="{8877691F-1B60-4485-9174-DDEC7EE68B70}"/>
    <dgm:cxn modelId="{7C007CEB-6418-4EA7-9CB6-5B93D0C655E6}" type="presOf" srcId="{095A5E99-E976-4550-8F80-53CC813F2F5A}" destId="{7A2F6994-DA87-4497-BFC7-DD9D6EC5315F}" srcOrd="1" destOrd="0" presId="urn:microsoft.com/office/officeart/2005/8/layout/vProcess5"/>
    <dgm:cxn modelId="{6CF7D6F9-A5F2-48E3-AF5C-A2074559AE21}" type="presOf" srcId="{B3EFD4A5-9FA1-4ABE-B722-05162509509B}" destId="{62643EF2-016C-41F1-8CBC-398422A85727}" srcOrd="0" destOrd="0" presId="urn:microsoft.com/office/officeart/2005/8/layout/vProcess5"/>
    <dgm:cxn modelId="{768DB908-A4BF-48A6-A740-5DD0CBAFBB11}" type="presParOf" srcId="{1D84D8B6-AB32-4491-B5D2-EFE3D7668B88}" destId="{3E0E8213-E460-4EB7-9A92-C2B1CC553F0D}" srcOrd="0" destOrd="0" presId="urn:microsoft.com/office/officeart/2005/8/layout/vProcess5"/>
    <dgm:cxn modelId="{A8B17D3B-E670-4FE0-A845-244C702B8151}" type="presParOf" srcId="{1D84D8B6-AB32-4491-B5D2-EFE3D7668B88}" destId="{124EF20B-D98C-45B2-BB13-7B93B5373CEB}" srcOrd="1" destOrd="0" presId="urn:microsoft.com/office/officeart/2005/8/layout/vProcess5"/>
    <dgm:cxn modelId="{1E8E2D8B-A980-4080-A16E-1F74528DE4D0}" type="presParOf" srcId="{1D84D8B6-AB32-4491-B5D2-EFE3D7668B88}" destId="{CA544AF7-F7B2-4CA5-9251-B4CDB8D06634}" srcOrd="2" destOrd="0" presId="urn:microsoft.com/office/officeart/2005/8/layout/vProcess5"/>
    <dgm:cxn modelId="{7992440C-9F36-432D-90EE-E2A708CEB38B}" type="presParOf" srcId="{1D84D8B6-AB32-4491-B5D2-EFE3D7668B88}" destId="{2AE92D3F-F0FA-45DD-BB60-4C6FBC6BC016}" srcOrd="3" destOrd="0" presId="urn:microsoft.com/office/officeart/2005/8/layout/vProcess5"/>
    <dgm:cxn modelId="{DBE883B8-7D13-43BA-A456-8DBB93D30C93}" type="presParOf" srcId="{1D84D8B6-AB32-4491-B5D2-EFE3D7668B88}" destId="{9CA877D8-99F8-40A0-89E9-59A61C9A70F4}" srcOrd="4" destOrd="0" presId="urn:microsoft.com/office/officeart/2005/8/layout/vProcess5"/>
    <dgm:cxn modelId="{A3B9E6ED-FFD0-430E-B609-EBE8E75E7C44}" type="presParOf" srcId="{1D84D8B6-AB32-4491-B5D2-EFE3D7668B88}" destId="{62643EF2-016C-41F1-8CBC-398422A85727}" srcOrd="5" destOrd="0" presId="urn:microsoft.com/office/officeart/2005/8/layout/vProcess5"/>
    <dgm:cxn modelId="{278FE748-9C54-4E36-9203-E948DB63C99A}" type="presParOf" srcId="{1D84D8B6-AB32-4491-B5D2-EFE3D7668B88}" destId="{7A2F6994-DA87-4497-BFC7-DD9D6EC5315F}" srcOrd="6" destOrd="0" presId="urn:microsoft.com/office/officeart/2005/8/layout/vProcess5"/>
    <dgm:cxn modelId="{E81279B5-23BF-4F73-A353-8831FC04E9BC}" type="presParOf" srcId="{1D84D8B6-AB32-4491-B5D2-EFE3D7668B88}" destId="{916C48CB-E452-4B79-A9B9-4C9A90B47960}" srcOrd="7" destOrd="0" presId="urn:microsoft.com/office/officeart/2005/8/layout/vProcess5"/>
    <dgm:cxn modelId="{16289EC3-0C51-4B32-B6CC-FE8F7F6F6C76}" type="presParOf" srcId="{1D84D8B6-AB32-4491-B5D2-EFE3D7668B88}" destId="{A31D264E-E285-4E5C-8EB7-762CD501BE7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13A8E-956C-4BDB-B22B-D413A75F8475}">
      <dsp:nvSpPr>
        <dsp:cNvPr id="0" name=""/>
        <dsp:cNvSpPr/>
      </dsp:nvSpPr>
      <dsp:spPr>
        <a:xfrm>
          <a:off x="1236554" y="2035"/>
          <a:ext cx="2521715" cy="10086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Employees</a:t>
          </a:r>
        </a:p>
      </dsp:txBody>
      <dsp:txXfrm>
        <a:off x="1740897" y="2035"/>
        <a:ext cx="1513029" cy="1008686"/>
      </dsp:txXfrm>
    </dsp:sp>
    <dsp:sp modelId="{7B5D24DC-5F5E-452A-9181-AF1CC8DFD3D1}">
      <dsp:nvSpPr>
        <dsp:cNvPr id="0" name=""/>
        <dsp:cNvSpPr/>
      </dsp:nvSpPr>
      <dsp:spPr>
        <a:xfrm>
          <a:off x="3430446" y="87773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Schedules</a:t>
          </a:r>
        </a:p>
      </dsp:txBody>
      <dsp:txXfrm>
        <a:off x="3849051" y="87773"/>
        <a:ext cx="1255814" cy="837209"/>
      </dsp:txXfrm>
    </dsp:sp>
    <dsp:sp modelId="{202403C0-BA2C-4897-9255-114553D722AE}">
      <dsp:nvSpPr>
        <dsp:cNvPr id="0" name=""/>
        <dsp:cNvSpPr/>
      </dsp:nvSpPr>
      <dsp:spPr>
        <a:xfrm>
          <a:off x="5230446" y="87773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Task Assignments</a:t>
          </a:r>
        </a:p>
      </dsp:txBody>
      <dsp:txXfrm>
        <a:off x="5649051" y="87773"/>
        <a:ext cx="1255814" cy="837209"/>
      </dsp:txXfrm>
    </dsp:sp>
    <dsp:sp modelId="{11CC0363-9684-40AE-9C7A-91252DC8030D}">
      <dsp:nvSpPr>
        <dsp:cNvPr id="0" name=""/>
        <dsp:cNvSpPr/>
      </dsp:nvSpPr>
      <dsp:spPr>
        <a:xfrm>
          <a:off x="7030447" y="87773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Company Updates</a:t>
          </a:r>
        </a:p>
      </dsp:txBody>
      <dsp:txXfrm>
        <a:off x="7449052" y="87773"/>
        <a:ext cx="1255814" cy="837209"/>
      </dsp:txXfrm>
    </dsp:sp>
    <dsp:sp modelId="{CFF5D9C1-F269-4A7E-98F2-A793525C57BB}">
      <dsp:nvSpPr>
        <dsp:cNvPr id="0" name=""/>
        <dsp:cNvSpPr/>
      </dsp:nvSpPr>
      <dsp:spPr>
        <a:xfrm>
          <a:off x="1236554" y="1151937"/>
          <a:ext cx="2521715" cy="10086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Customers</a:t>
          </a:r>
        </a:p>
      </dsp:txBody>
      <dsp:txXfrm>
        <a:off x="1740897" y="1151937"/>
        <a:ext cx="1513029" cy="1008686"/>
      </dsp:txXfrm>
    </dsp:sp>
    <dsp:sp modelId="{BA073665-7A9F-4B7E-A5E7-0EA7D651E89F}">
      <dsp:nvSpPr>
        <dsp:cNvPr id="0" name=""/>
        <dsp:cNvSpPr/>
      </dsp:nvSpPr>
      <dsp:spPr>
        <a:xfrm>
          <a:off x="3430446" y="1237675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Promotions</a:t>
          </a:r>
        </a:p>
      </dsp:txBody>
      <dsp:txXfrm>
        <a:off x="3849051" y="1237675"/>
        <a:ext cx="1255814" cy="837209"/>
      </dsp:txXfrm>
    </dsp:sp>
    <dsp:sp modelId="{0A104659-8548-4F75-9F14-B9C59E92F661}">
      <dsp:nvSpPr>
        <dsp:cNvPr id="0" name=""/>
        <dsp:cNvSpPr/>
      </dsp:nvSpPr>
      <dsp:spPr>
        <a:xfrm>
          <a:off x="5230446" y="1237675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Online Booking System</a:t>
          </a:r>
        </a:p>
      </dsp:txBody>
      <dsp:txXfrm>
        <a:off x="5649051" y="1237675"/>
        <a:ext cx="1255814" cy="837209"/>
      </dsp:txXfrm>
    </dsp:sp>
    <dsp:sp modelId="{78597D53-69A7-4445-A394-8B19FA293FB4}">
      <dsp:nvSpPr>
        <dsp:cNvPr id="0" name=""/>
        <dsp:cNvSpPr/>
      </dsp:nvSpPr>
      <dsp:spPr>
        <a:xfrm>
          <a:off x="7030447" y="1237675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Menu Updates</a:t>
          </a:r>
        </a:p>
      </dsp:txBody>
      <dsp:txXfrm>
        <a:off x="7449052" y="1237675"/>
        <a:ext cx="1255814" cy="837209"/>
      </dsp:txXfrm>
    </dsp:sp>
    <dsp:sp modelId="{83191682-8737-4E18-8C1D-DBECB2F3589F}">
      <dsp:nvSpPr>
        <dsp:cNvPr id="0" name=""/>
        <dsp:cNvSpPr/>
      </dsp:nvSpPr>
      <dsp:spPr>
        <a:xfrm>
          <a:off x="1236554" y="2301839"/>
          <a:ext cx="2521715" cy="10086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Suppliers</a:t>
          </a:r>
        </a:p>
      </dsp:txBody>
      <dsp:txXfrm>
        <a:off x="1740897" y="2301839"/>
        <a:ext cx="1513029" cy="1008686"/>
      </dsp:txXfrm>
    </dsp:sp>
    <dsp:sp modelId="{6BF218C6-4C7F-487E-9D40-7CD8F96BBC08}">
      <dsp:nvSpPr>
        <dsp:cNvPr id="0" name=""/>
        <dsp:cNvSpPr/>
      </dsp:nvSpPr>
      <dsp:spPr>
        <a:xfrm>
          <a:off x="3430446" y="2387577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Inventory levels</a:t>
          </a:r>
        </a:p>
      </dsp:txBody>
      <dsp:txXfrm>
        <a:off x="3849051" y="2387577"/>
        <a:ext cx="1255814" cy="837209"/>
      </dsp:txXfrm>
    </dsp:sp>
    <dsp:sp modelId="{A437860C-361C-42DA-B565-1A83AA7496CA}">
      <dsp:nvSpPr>
        <dsp:cNvPr id="0" name=""/>
        <dsp:cNvSpPr/>
      </dsp:nvSpPr>
      <dsp:spPr>
        <a:xfrm>
          <a:off x="5230446" y="2387577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Delivery Schedules</a:t>
          </a:r>
        </a:p>
      </dsp:txBody>
      <dsp:txXfrm>
        <a:off x="5649051" y="2387577"/>
        <a:ext cx="1255814" cy="837209"/>
      </dsp:txXfrm>
    </dsp:sp>
    <dsp:sp modelId="{F0F9347B-9350-4D97-B5D5-49A01B888513}">
      <dsp:nvSpPr>
        <dsp:cNvPr id="0" name=""/>
        <dsp:cNvSpPr/>
      </dsp:nvSpPr>
      <dsp:spPr>
        <a:xfrm>
          <a:off x="7030447" y="2387577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Payment Confirmations</a:t>
          </a:r>
        </a:p>
      </dsp:txBody>
      <dsp:txXfrm>
        <a:off x="7449052" y="2387577"/>
        <a:ext cx="1255814" cy="837209"/>
      </dsp:txXfrm>
    </dsp:sp>
    <dsp:sp modelId="{E4AD3C67-F5BE-4B52-952C-D37DF00D10F0}">
      <dsp:nvSpPr>
        <dsp:cNvPr id="0" name=""/>
        <dsp:cNvSpPr/>
      </dsp:nvSpPr>
      <dsp:spPr>
        <a:xfrm>
          <a:off x="1236554" y="3451741"/>
          <a:ext cx="2521715" cy="100868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13970" rIns="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Stakeholders</a:t>
          </a:r>
        </a:p>
      </dsp:txBody>
      <dsp:txXfrm>
        <a:off x="1740897" y="3451741"/>
        <a:ext cx="1513029" cy="1008686"/>
      </dsp:txXfrm>
    </dsp:sp>
    <dsp:sp modelId="{65A95CAB-D7C6-4CD0-B35C-24AADD0E0274}">
      <dsp:nvSpPr>
        <dsp:cNvPr id="0" name=""/>
        <dsp:cNvSpPr/>
      </dsp:nvSpPr>
      <dsp:spPr>
        <a:xfrm>
          <a:off x="3430446" y="3537479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Financial Performance Reports</a:t>
          </a:r>
        </a:p>
      </dsp:txBody>
      <dsp:txXfrm>
        <a:off x="3849051" y="3537479"/>
        <a:ext cx="1255814" cy="837209"/>
      </dsp:txXfrm>
    </dsp:sp>
    <dsp:sp modelId="{3C6C2331-FFBC-4769-9EB9-ADD5176A166D}">
      <dsp:nvSpPr>
        <dsp:cNvPr id="0" name=""/>
        <dsp:cNvSpPr/>
      </dsp:nvSpPr>
      <dsp:spPr>
        <a:xfrm>
          <a:off x="5230446" y="3537479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Strategy Updates</a:t>
          </a:r>
        </a:p>
      </dsp:txBody>
      <dsp:txXfrm>
        <a:off x="5649051" y="3537479"/>
        <a:ext cx="1255814" cy="837209"/>
      </dsp:txXfrm>
    </dsp:sp>
    <dsp:sp modelId="{15C299F9-D072-4286-88D2-29FB5B3FFD70}">
      <dsp:nvSpPr>
        <dsp:cNvPr id="0" name=""/>
        <dsp:cNvSpPr/>
      </dsp:nvSpPr>
      <dsp:spPr>
        <a:xfrm>
          <a:off x="7030447" y="3537479"/>
          <a:ext cx="2093023" cy="83720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Company News</a:t>
          </a:r>
        </a:p>
      </dsp:txBody>
      <dsp:txXfrm>
        <a:off x="7449052" y="3537479"/>
        <a:ext cx="1255814" cy="8372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EF20B-D98C-45B2-BB13-7B93B5373CEB}">
      <dsp:nvSpPr>
        <dsp:cNvPr id="0" name=""/>
        <dsp:cNvSpPr/>
      </dsp:nvSpPr>
      <dsp:spPr>
        <a:xfrm>
          <a:off x="0" y="0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703000"/>
            </a:gs>
            <a:gs pos="50000">
              <a:srgbClr val="A44A00"/>
            </a:gs>
            <a:gs pos="70000">
              <a:srgbClr val="BC5500"/>
            </a:gs>
            <a:gs pos="100000">
              <a:srgbClr val="F26D00"/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Implement Advanced POS System</a:t>
          </a:r>
        </a:p>
      </dsp:txBody>
      <dsp:txXfrm>
        <a:off x="39238" y="39238"/>
        <a:ext cx="2871019" cy="1261215"/>
      </dsp:txXfrm>
    </dsp:sp>
    <dsp:sp modelId="{CA544AF7-F7B2-4CA5-9251-B4CDB8D06634}">
      <dsp:nvSpPr>
        <dsp:cNvPr id="0" name=""/>
        <dsp:cNvSpPr/>
      </dsp:nvSpPr>
      <dsp:spPr>
        <a:xfrm>
          <a:off x="380880" y="1562972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15000"/>
                <a:satMod val="180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45000"/>
                <a:satMod val="170000"/>
              </a:schemeClr>
            </a:gs>
            <a:gs pos="70000">
              <a:schemeClr val="accent3">
                <a:hueOff val="0"/>
                <a:satOff val="0"/>
                <a:lumOff val="0"/>
                <a:alphaOff val="0"/>
                <a:tint val="99000"/>
                <a:shade val="65000"/>
                <a:satMod val="155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Deploy Customer Relationship Management Software</a:t>
          </a:r>
        </a:p>
      </dsp:txBody>
      <dsp:txXfrm>
        <a:off x="420118" y="1602210"/>
        <a:ext cx="2986494" cy="1261215"/>
      </dsp:txXfrm>
    </dsp:sp>
    <dsp:sp modelId="{2AE92D3F-F0FA-45DD-BB60-4C6FBC6BC016}">
      <dsp:nvSpPr>
        <dsp:cNvPr id="0" name=""/>
        <dsp:cNvSpPr/>
      </dsp:nvSpPr>
      <dsp:spPr>
        <a:xfrm>
          <a:off x="761761" y="3125945"/>
          <a:ext cx="4316650" cy="1339691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394404"/>
            </a:gs>
            <a:gs pos="50000">
              <a:srgbClr val="5F6F0F"/>
            </a:gs>
            <a:gs pos="70000">
              <a:srgbClr val="65741A"/>
            </a:gs>
            <a:gs pos="10000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55000"/>
              </a:schemeClr>
            </a:gs>
          </a:gsLst>
          <a:lin ang="16200000" scaled="0"/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Enhance Security Systems</a:t>
          </a:r>
        </a:p>
      </dsp:txBody>
      <dsp:txXfrm>
        <a:off x="800999" y="3165183"/>
        <a:ext cx="2986494" cy="1261215"/>
      </dsp:txXfrm>
    </dsp:sp>
    <dsp:sp modelId="{9CA877D8-99F8-40A0-89E9-59A61C9A70F4}">
      <dsp:nvSpPr>
        <dsp:cNvPr id="0" name=""/>
        <dsp:cNvSpPr/>
      </dsp:nvSpPr>
      <dsp:spPr>
        <a:xfrm>
          <a:off x="3445850" y="1015932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641780" y="1015932"/>
        <a:ext cx="478939" cy="655276"/>
      </dsp:txXfrm>
    </dsp:sp>
    <dsp:sp modelId="{62643EF2-016C-41F1-8CBC-398422A85727}">
      <dsp:nvSpPr>
        <dsp:cNvPr id="0" name=""/>
        <dsp:cNvSpPr/>
      </dsp:nvSpPr>
      <dsp:spPr>
        <a:xfrm>
          <a:off x="3826731" y="2569974"/>
          <a:ext cx="870799" cy="87079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022661" y="2569974"/>
        <a:ext cx="478939" cy="655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6/12/2024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6/12/2024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6/12/2024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6/12/2024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Bourbon &amp; Bytes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 Implementation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13A787-04B1-7529-076E-E04040D17F7C}"/>
              </a:ext>
            </a:extLst>
          </p:cNvPr>
          <p:cNvSpPr txBox="1"/>
          <p:nvPr/>
        </p:nvSpPr>
        <p:spPr>
          <a:xfrm>
            <a:off x="1674812" y="3092390"/>
            <a:ext cx="411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By: Keith Brock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Supporting Software for Business Activities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Toast POS</a:t>
            </a:r>
          </a:p>
          <a:p>
            <a:pPr lvl="1"/>
            <a:r>
              <a:rPr lang="en-US" dirty="0"/>
              <a:t>Manages Sales Transactions</a:t>
            </a:r>
          </a:p>
          <a:p>
            <a:pPr lvl="1"/>
            <a:r>
              <a:rPr lang="en-US" dirty="0"/>
              <a:t>Tracks Inventory</a:t>
            </a:r>
          </a:p>
          <a:p>
            <a:pPr lvl="1"/>
            <a:r>
              <a:rPr lang="en-US" dirty="0"/>
              <a:t>Provides Sales Reports</a:t>
            </a:r>
          </a:p>
          <a:p>
            <a:r>
              <a:rPr lang="en-US" dirty="0"/>
              <a:t>OpenTable</a:t>
            </a:r>
          </a:p>
          <a:p>
            <a:pPr lvl="1"/>
            <a:r>
              <a:rPr lang="en-US" dirty="0"/>
              <a:t>Manages Reservations</a:t>
            </a:r>
          </a:p>
          <a:p>
            <a:pPr lvl="1"/>
            <a:r>
              <a:rPr lang="en-US" dirty="0"/>
              <a:t>Optimizes Table Assignments</a:t>
            </a:r>
          </a:p>
          <a:p>
            <a:r>
              <a:rPr lang="en-US" dirty="0" err="1"/>
              <a:t>MarketMan</a:t>
            </a:r>
            <a:endParaRPr lang="en-US" dirty="0"/>
          </a:p>
          <a:p>
            <a:pPr lvl="1"/>
            <a:r>
              <a:rPr lang="en-US" dirty="0"/>
              <a:t>Tracks Inventory Levels</a:t>
            </a:r>
          </a:p>
          <a:p>
            <a:pPr lvl="1"/>
            <a:r>
              <a:rPr lang="en-US" dirty="0"/>
              <a:t>Order Supplies</a:t>
            </a:r>
          </a:p>
          <a:p>
            <a:pPr lvl="1"/>
            <a:r>
              <a:rPr lang="en-US" dirty="0"/>
              <a:t>Reduces Waste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A7C08-EBD1-6BA1-741F-36997D3DDD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24" y="4725330"/>
            <a:ext cx="3057525" cy="1495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57F3CC-5A6B-2F16-9E44-79D40D124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012" y="3482930"/>
            <a:ext cx="4514850" cy="1009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A37C4E-5AE0-DF44-6E12-05C43B99C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212" y="1758483"/>
            <a:ext cx="29527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Support Software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Microsoft Office 365</a:t>
            </a:r>
          </a:p>
          <a:p>
            <a:pPr lvl="1"/>
            <a:r>
              <a:rPr lang="en-US" dirty="0"/>
              <a:t>Word Processing (Word)</a:t>
            </a:r>
          </a:p>
          <a:p>
            <a:pPr lvl="1"/>
            <a:r>
              <a:rPr lang="en-US" dirty="0"/>
              <a:t>Spreadsheets (Excel)</a:t>
            </a:r>
          </a:p>
          <a:p>
            <a:pPr lvl="1"/>
            <a:r>
              <a:rPr lang="en-US" dirty="0"/>
              <a:t>Presentations (PowerPoint)</a:t>
            </a:r>
          </a:p>
          <a:p>
            <a:pPr lvl="1"/>
            <a:r>
              <a:rPr lang="en-US" dirty="0"/>
              <a:t>E-Mail (Outlook)</a:t>
            </a:r>
          </a:p>
          <a:p>
            <a:r>
              <a:rPr lang="en-US" dirty="0"/>
              <a:t>Trello</a:t>
            </a:r>
          </a:p>
          <a:p>
            <a:pPr lvl="1"/>
            <a:r>
              <a:rPr lang="en-US" dirty="0"/>
              <a:t>Organizes tasks and projects.</a:t>
            </a:r>
          </a:p>
          <a:p>
            <a:pPr lvl="1"/>
            <a:r>
              <a:rPr lang="en-US" dirty="0"/>
              <a:t>Set deadlines and track progress.</a:t>
            </a:r>
          </a:p>
          <a:p>
            <a:r>
              <a:rPr lang="en-US" dirty="0"/>
              <a:t>Canva</a:t>
            </a:r>
          </a:p>
          <a:p>
            <a:pPr lvl="1"/>
            <a:r>
              <a:rPr lang="en-US" dirty="0"/>
              <a:t>Graphics for menus and social media.</a:t>
            </a:r>
          </a:p>
          <a:p>
            <a:pPr lvl="1"/>
            <a:r>
              <a:rPr lang="en-US" dirty="0"/>
              <a:t>Professional Templates available.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83368-46DD-960B-4DC4-815145322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3945" y="2905119"/>
            <a:ext cx="1981200" cy="1402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BDD335-C1B3-EA28-20F1-B11D6A69F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308" y="1701797"/>
            <a:ext cx="4562475" cy="10001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6C41D-EEC0-6EA3-7AAD-CF1C74206C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6610" y="4564133"/>
            <a:ext cx="1515869" cy="151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71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Transactional Software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QuickBooks</a:t>
            </a:r>
          </a:p>
          <a:p>
            <a:pPr lvl="1"/>
            <a:r>
              <a:rPr lang="en-US" dirty="0"/>
              <a:t>Manages Financial Transactions</a:t>
            </a:r>
          </a:p>
          <a:p>
            <a:pPr lvl="1"/>
            <a:r>
              <a:rPr lang="en-US" dirty="0"/>
              <a:t>Track Invoice Status</a:t>
            </a:r>
          </a:p>
          <a:p>
            <a:pPr lvl="1"/>
            <a:r>
              <a:rPr lang="en-US" dirty="0"/>
              <a:t>Monitor Revenue and Cash Flow</a:t>
            </a:r>
          </a:p>
          <a:p>
            <a:pPr lvl="1"/>
            <a:r>
              <a:rPr lang="en-US" dirty="0"/>
              <a:t>Automatic Tax Calculations</a:t>
            </a:r>
          </a:p>
          <a:p>
            <a:r>
              <a:rPr lang="en-US" dirty="0"/>
              <a:t>Square</a:t>
            </a:r>
          </a:p>
          <a:p>
            <a:pPr lvl="1"/>
            <a:r>
              <a:rPr lang="en-US" dirty="0"/>
              <a:t>Process Customer Payments</a:t>
            </a:r>
          </a:p>
          <a:p>
            <a:pPr lvl="1"/>
            <a:r>
              <a:rPr lang="en-US" dirty="0"/>
              <a:t>Supports Various Payments</a:t>
            </a:r>
          </a:p>
          <a:p>
            <a:pPr lvl="1"/>
            <a:r>
              <a:rPr lang="en-US" dirty="0"/>
              <a:t>Provides Detailed Transactions</a:t>
            </a:r>
          </a:p>
          <a:p>
            <a:pPr lvl="1"/>
            <a:r>
              <a:rPr lang="en-US" dirty="0"/>
              <a:t>Offers Customer Loyalty Programs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D9DEF-0074-1F77-298E-59C6AE188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12" y="2314575"/>
            <a:ext cx="4095750" cy="1114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97738C-A3F7-FEF5-D2B7-D1F40F6A4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537" y="42672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786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Management Software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TalentLMS</a:t>
            </a:r>
            <a:endParaRPr lang="en-US" dirty="0"/>
          </a:p>
          <a:p>
            <a:pPr lvl="1"/>
            <a:r>
              <a:rPr lang="en-US" dirty="0"/>
              <a:t>Provides Training Modules</a:t>
            </a:r>
          </a:p>
          <a:p>
            <a:pPr lvl="1"/>
            <a:r>
              <a:rPr lang="en-US" dirty="0"/>
              <a:t>Customize Courses for Roles</a:t>
            </a:r>
          </a:p>
          <a:p>
            <a:pPr lvl="1"/>
            <a:r>
              <a:rPr lang="en-US" dirty="0"/>
              <a:t>Quizzes and Assessments</a:t>
            </a:r>
          </a:p>
          <a:p>
            <a:r>
              <a:rPr lang="en-US" dirty="0"/>
              <a:t>Confluence</a:t>
            </a:r>
          </a:p>
          <a:p>
            <a:pPr lvl="1"/>
            <a:r>
              <a:rPr lang="en-US" dirty="0"/>
              <a:t>Centralizes Company Knowledge</a:t>
            </a:r>
          </a:p>
          <a:p>
            <a:pPr lvl="1"/>
            <a:r>
              <a:rPr lang="en-US" dirty="0"/>
              <a:t>Provides Search Functionality</a:t>
            </a:r>
          </a:p>
          <a:p>
            <a:pPr lvl="1"/>
            <a:r>
              <a:rPr lang="en-US" dirty="0"/>
              <a:t>Supports Templates for Documentation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47DCF-3E5F-852E-A71F-70EFCFBC2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412" y="4419600"/>
            <a:ext cx="4191000" cy="523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96D430-2640-9B07-8981-34C236FC3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6537" y="1885950"/>
            <a:ext cx="29527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7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933E-C635-FC83-3658-4DF4CE45D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Collection and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A0DC-A0D3-7AC6-5352-1F0D8AEBF0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Daily Reports</a:t>
            </a:r>
          </a:p>
          <a:p>
            <a:pPr lvl="1"/>
            <a:r>
              <a:rPr lang="en-US" sz="1800" dirty="0"/>
              <a:t>Sales</a:t>
            </a:r>
          </a:p>
          <a:p>
            <a:pPr lvl="1"/>
            <a:r>
              <a:rPr lang="en-US" sz="1800" dirty="0"/>
              <a:t>Inventory</a:t>
            </a:r>
          </a:p>
          <a:p>
            <a:pPr lvl="1"/>
            <a:r>
              <a:rPr lang="en-US" sz="1800" dirty="0"/>
              <a:t>Customer Feedback</a:t>
            </a:r>
          </a:p>
          <a:p>
            <a:pPr lvl="1"/>
            <a:r>
              <a:rPr lang="en-US" sz="1800" dirty="0"/>
              <a:t>Collected by POS System</a:t>
            </a:r>
          </a:p>
          <a:p>
            <a:pPr lvl="1"/>
            <a:r>
              <a:rPr lang="en-US" sz="1800" dirty="0"/>
              <a:t>E-mail Reports</a:t>
            </a:r>
          </a:p>
          <a:p>
            <a:r>
              <a:rPr lang="en-US" sz="2400" dirty="0"/>
              <a:t>Weekly Reports</a:t>
            </a:r>
          </a:p>
          <a:p>
            <a:pPr lvl="1"/>
            <a:r>
              <a:rPr lang="en-US" sz="1800" dirty="0"/>
              <a:t>Employee Schedules</a:t>
            </a:r>
          </a:p>
          <a:p>
            <a:pPr lvl="1"/>
            <a:r>
              <a:rPr lang="en-US" sz="1800" dirty="0"/>
              <a:t>Weekly Sales Trends</a:t>
            </a:r>
          </a:p>
          <a:p>
            <a:pPr lvl="1"/>
            <a:r>
              <a:rPr lang="en-US" sz="1800" dirty="0"/>
              <a:t>Inventory</a:t>
            </a:r>
          </a:p>
          <a:p>
            <a:pPr lvl="1"/>
            <a:r>
              <a:rPr lang="en-US" sz="1800" dirty="0"/>
              <a:t>Collected by POS System &amp; Scheduling Software</a:t>
            </a:r>
          </a:p>
          <a:p>
            <a:pPr lvl="1"/>
            <a:r>
              <a:rPr lang="en-US" sz="1800" dirty="0"/>
              <a:t>Reports created in Excel</a:t>
            </a:r>
          </a:p>
          <a:p>
            <a:pPr marL="377886" lvl="1" indent="0">
              <a:buNone/>
            </a:pPr>
            <a:endParaRPr lang="en-US" sz="1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753B2-1719-B834-2517-3A0C6D9C258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Monthly Reports</a:t>
            </a:r>
          </a:p>
          <a:p>
            <a:pPr lvl="1"/>
            <a:r>
              <a:rPr lang="en-US" sz="1800" dirty="0"/>
              <a:t>P&amp;L</a:t>
            </a:r>
          </a:p>
          <a:p>
            <a:pPr lvl="1"/>
            <a:r>
              <a:rPr lang="en-US" sz="1800" dirty="0"/>
              <a:t>Financial Performance</a:t>
            </a:r>
          </a:p>
          <a:p>
            <a:pPr lvl="1"/>
            <a:r>
              <a:rPr lang="en-US" sz="1800" dirty="0"/>
              <a:t>Customer Satisfaction</a:t>
            </a:r>
          </a:p>
          <a:p>
            <a:pPr lvl="1"/>
            <a:r>
              <a:rPr lang="en-US" sz="1800" dirty="0"/>
              <a:t>Collected by QuickBooks</a:t>
            </a:r>
          </a:p>
          <a:p>
            <a:pPr lvl="1"/>
            <a:r>
              <a:rPr lang="en-US" sz="1800" dirty="0"/>
              <a:t>Monthly Performance Review Meetings using PowerPoint.</a:t>
            </a:r>
          </a:p>
          <a:p>
            <a:r>
              <a:rPr lang="en-US" sz="2400" dirty="0"/>
              <a:t>Yearly Reports</a:t>
            </a:r>
          </a:p>
          <a:p>
            <a:pPr lvl="1"/>
            <a:r>
              <a:rPr lang="en-US" sz="1800" dirty="0"/>
              <a:t>Annual Financial Summary</a:t>
            </a:r>
          </a:p>
          <a:p>
            <a:pPr lvl="1"/>
            <a:r>
              <a:rPr lang="en-US" sz="1800" dirty="0"/>
              <a:t>Goal Assessments</a:t>
            </a:r>
          </a:p>
          <a:p>
            <a:pPr lvl="1"/>
            <a:r>
              <a:rPr lang="en-US" sz="1800" dirty="0"/>
              <a:t>Market Analysis</a:t>
            </a:r>
          </a:p>
          <a:p>
            <a:pPr lvl="1"/>
            <a:r>
              <a:rPr lang="en-US" sz="1800" dirty="0"/>
              <a:t>Collected by QuickBooks </a:t>
            </a:r>
          </a:p>
          <a:p>
            <a:pPr lvl="1"/>
            <a:r>
              <a:rPr lang="en-US" sz="1800" dirty="0"/>
              <a:t>Annual Report 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6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Information Sharing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F6CF4A-450D-158E-5BEE-216EA48E8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580270"/>
              </p:ext>
            </p:extLst>
          </p:nvPr>
        </p:nvGraphicFramePr>
        <p:xfrm>
          <a:off x="1219200" y="1701800"/>
          <a:ext cx="10360025" cy="4462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Engagement and Online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Website</a:t>
            </a:r>
          </a:p>
          <a:p>
            <a:pPr lvl="1"/>
            <a:r>
              <a:rPr lang="en-US" dirty="0"/>
              <a:t>Detailed Menu</a:t>
            </a:r>
          </a:p>
          <a:p>
            <a:pPr lvl="1"/>
            <a:r>
              <a:rPr lang="en-US" dirty="0"/>
              <a:t>Online Reservations</a:t>
            </a:r>
          </a:p>
          <a:p>
            <a:pPr lvl="1"/>
            <a:r>
              <a:rPr lang="en-US" dirty="0"/>
              <a:t>Event Calendar</a:t>
            </a:r>
          </a:p>
          <a:p>
            <a:pPr lvl="1"/>
            <a:r>
              <a:rPr lang="en-US" dirty="0"/>
              <a:t>Promotions</a:t>
            </a:r>
          </a:p>
          <a:p>
            <a:r>
              <a:rPr lang="en-US" dirty="0"/>
              <a:t>Social Media</a:t>
            </a:r>
          </a:p>
          <a:p>
            <a:pPr lvl="1"/>
            <a:r>
              <a:rPr lang="en-US" dirty="0"/>
              <a:t>Interactive</a:t>
            </a:r>
          </a:p>
          <a:p>
            <a:pPr lvl="1"/>
            <a:r>
              <a:rPr lang="en-US" dirty="0"/>
              <a:t>Event Photos</a:t>
            </a:r>
          </a:p>
          <a:p>
            <a:pPr lvl="1"/>
            <a:r>
              <a:rPr lang="en-US" dirty="0"/>
              <a:t>Drink and Food Highlights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6AF6967-1D57-4950-BAFB-DD8A942B5B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72560750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Technology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Advanced POS System</a:t>
            </a:r>
          </a:p>
          <a:p>
            <a:pPr lvl="1"/>
            <a:r>
              <a:rPr lang="en-US" dirty="0"/>
              <a:t>Integration with Mobile Payments</a:t>
            </a:r>
          </a:p>
          <a:p>
            <a:pPr lvl="1"/>
            <a:r>
              <a:rPr lang="en-US" dirty="0"/>
              <a:t>Apple Pay and Google Wallet</a:t>
            </a:r>
          </a:p>
          <a:p>
            <a:r>
              <a:rPr lang="en-US" dirty="0"/>
              <a:t>Customer Relationship Software</a:t>
            </a:r>
          </a:p>
          <a:p>
            <a:pPr lvl="1"/>
            <a:r>
              <a:rPr lang="en-US" dirty="0"/>
              <a:t>Detailed Customer Profiles</a:t>
            </a:r>
          </a:p>
          <a:p>
            <a:pPr lvl="1"/>
            <a:r>
              <a:rPr lang="en-US" dirty="0"/>
              <a:t>Automated Marketing</a:t>
            </a:r>
          </a:p>
          <a:p>
            <a:r>
              <a:rPr lang="en-US" dirty="0"/>
              <a:t>Security</a:t>
            </a:r>
          </a:p>
          <a:p>
            <a:pPr lvl="1"/>
            <a:r>
              <a:rPr lang="en-US" dirty="0"/>
              <a:t>Advanced Surveillance</a:t>
            </a:r>
          </a:p>
          <a:p>
            <a:pPr lvl="1"/>
            <a:r>
              <a:rPr lang="en-US" dirty="0"/>
              <a:t>Access Control Systems Remotely</a:t>
            </a:r>
          </a:p>
          <a:p>
            <a:pPr lvl="1"/>
            <a:r>
              <a:rPr lang="en-US" dirty="0"/>
              <a:t>Real-time Alerts</a:t>
            </a:r>
          </a:p>
          <a:p>
            <a:endParaRPr lang="en-US" dirty="0"/>
          </a:p>
        </p:txBody>
      </p:sp>
      <p:graphicFrame>
        <p:nvGraphicFramePr>
          <p:cNvPr id="5" name="Content Placeholder 4" descr="Staggered process showing 3 tasks arranged one below the other and two downward pointing arrows are used to indicate progression from first task to second task and second task to third task.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4949442"/>
              </p:ext>
            </p:extLst>
          </p:nvPr>
        </p:nvGraphicFramePr>
        <p:xfrm>
          <a:off x="6500813" y="1706563"/>
          <a:ext cx="5078412" cy="4465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713547" y="1143000"/>
            <a:ext cx="8761730" cy="1117600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113</TotalTime>
  <Words>316</Words>
  <Application>Microsoft Office PowerPoint</Application>
  <PresentationFormat>Custom</PresentationFormat>
  <Paragraphs>116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Tech 16x9</vt:lpstr>
      <vt:lpstr>Bourbon &amp; Bytes</vt:lpstr>
      <vt:lpstr>Supporting Software for Business Activities</vt:lpstr>
      <vt:lpstr>Office Support Software</vt:lpstr>
      <vt:lpstr>Transactional Software</vt:lpstr>
      <vt:lpstr>Knowledge Management Software</vt:lpstr>
      <vt:lpstr>Information Collection and Reporting</vt:lpstr>
      <vt:lpstr>Real-time Information Sharing</vt:lpstr>
      <vt:lpstr>Digital Engagement and Online Strategies</vt:lpstr>
      <vt:lpstr>Future Technology Needs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Bourbon &amp; Bytes</dc:title>
  <dc:creator>Keith Brock</dc:creator>
  <cp:lastModifiedBy>Keith Brock</cp:lastModifiedBy>
  <cp:revision>2</cp:revision>
  <dcterms:created xsi:type="dcterms:W3CDTF">2024-06-13T01:49:19Z</dcterms:created>
  <dcterms:modified xsi:type="dcterms:W3CDTF">2024-06-13T03:42:49Z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